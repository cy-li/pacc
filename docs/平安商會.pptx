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5" r:id="rId2"/>
    <p:sldId id="317" r:id="rId3"/>
    <p:sldId id="318" r:id="rId4"/>
    <p:sldId id="319" r:id="rId5"/>
    <p:sldId id="320" r:id="rId6"/>
    <p:sldId id="321" r:id="rId7"/>
    <p:sldId id="322" r:id="rId8"/>
    <p:sldId id="324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3CEBA5FB-6234-4B9A-A141-0E8C055ECBE3}">
          <p14:sldIdLst>
            <p14:sldId id="285"/>
            <p14:sldId id="317"/>
            <p14:sldId id="318"/>
            <p14:sldId id="319"/>
            <p14:sldId id="320"/>
            <p14:sldId id="321"/>
            <p14:sldId id="322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CF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E81987-E7DA-4BA7-B1E7-6117EE600CF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6D8B3-534F-4D0F-AF84-F3199E9D77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595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EC2BCF-A1EC-4495-A169-B117DFEE7E6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668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6D8B3-534F-4D0F-AF84-F3199E9D77A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294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6D8B3-534F-4D0F-AF84-F3199E9D77A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728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6D8B3-534F-4D0F-AF84-F3199E9D77A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365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6D8B3-534F-4D0F-AF84-F3199E9D77A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250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6D8B3-534F-4D0F-AF84-F3199E9D77A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06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6D8B3-534F-4D0F-AF84-F3199E9D77A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413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66D8B3-534F-4D0F-AF84-F3199E9D77A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433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4553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="" xmlns:a16="http://schemas.microsoft.com/office/drawing/2014/main" id="{53C81AD4-4989-4C28-8D57-383DD618ED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6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11B1126A-FA3B-4B81-9B9E-90D30BA9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231953F-2BD8-4761-BDCE-C4BFAB572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50D851A9-A785-49E6-AE13-40D65E7DB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40650-4B88-41DA-BC82-9290C1C3856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1C376E20-E159-45A1-8A86-FE6F14090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EB327DD8-2F46-42C2-903A-D9C3B97DA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F1CDF-40AC-44CD-BCB2-B50106A401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9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文本框 177">
            <a:extLst>
              <a:ext uri="{FF2B5EF4-FFF2-40B4-BE49-F238E27FC236}">
                <a16:creationId xmlns="" xmlns:a16="http://schemas.microsoft.com/office/drawing/2014/main" id="{E6427AA5-660D-432A-A62B-D5723A936B37}"/>
              </a:ext>
            </a:extLst>
          </p:cNvPr>
          <p:cNvSpPr txBox="1"/>
          <p:nvPr/>
        </p:nvSpPr>
        <p:spPr>
          <a:xfrm>
            <a:off x="887586" y="2290866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7200" b="1" dirty="0">
                <a:solidFill>
                  <a:schemeClr val="accent1"/>
                </a:solidFill>
                <a:cs typeface="+mn-ea"/>
                <a:sym typeface="+mn-lt"/>
              </a:rPr>
              <a:t>平安商會</a:t>
            </a:r>
            <a:endParaRPr lang="zh-CN" altLang="en-US" sz="72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79" name="矩形 178">
            <a:extLst>
              <a:ext uri="{FF2B5EF4-FFF2-40B4-BE49-F238E27FC236}">
                <a16:creationId xmlns="" xmlns:a16="http://schemas.microsoft.com/office/drawing/2014/main" id="{F2318B7F-53F0-4408-B4EF-3282BB47FB7C}"/>
              </a:ext>
            </a:extLst>
          </p:cNvPr>
          <p:cNvSpPr/>
          <p:nvPr/>
        </p:nvSpPr>
        <p:spPr>
          <a:xfrm>
            <a:off x="960544" y="4167439"/>
            <a:ext cx="52541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2"/>
                </a:solidFill>
                <a:cs typeface="+mn-ea"/>
                <a:sym typeface="+mn-lt"/>
              </a:rPr>
              <a:t>Requirements Assessment</a:t>
            </a:r>
          </a:p>
        </p:txBody>
      </p:sp>
      <p:sp>
        <p:nvSpPr>
          <p:cNvPr id="3" name="矩形 2"/>
          <p:cNvSpPr/>
          <p:nvPr/>
        </p:nvSpPr>
        <p:spPr>
          <a:xfrm>
            <a:off x="960544" y="376732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/>
              <a:t>需求評估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34" y="266007"/>
            <a:ext cx="2105319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20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圓角矩形 62">
            <a:extLst>
              <a:ext uri="{FF2B5EF4-FFF2-40B4-BE49-F238E27FC236}">
                <a16:creationId xmlns="" xmlns:a16="http://schemas.microsoft.com/office/drawing/2014/main" id="{B99F7568-BFFC-D6E2-644C-CD43DD986DF3}"/>
              </a:ext>
            </a:extLst>
          </p:cNvPr>
          <p:cNvSpPr/>
          <p:nvPr/>
        </p:nvSpPr>
        <p:spPr>
          <a:xfrm>
            <a:off x="473394" y="487998"/>
            <a:ext cx="185419" cy="5232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標題 1">
            <a:extLst>
              <a:ext uri="{FF2B5EF4-FFF2-40B4-BE49-F238E27FC236}">
                <a16:creationId xmlns="" xmlns:a16="http://schemas.microsoft.com/office/drawing/2014/main" id="{652EDE83-63CC-4B33-B715-3953EADE2100}"/>
              </a:ext>
            </a:extLst>
          </p:cNvPr>
          <p:cNvSpPr txBox="1">
            <a:spLocks/>
          </p:cNvSpPr>
          <p:nvPr/>
        </p:nvSpPr>
        <p:spPr>
          <a:xfrm>
            <a:off x="802249" y="487998"/>
            <a:ext cx="5429250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 b="1" dirty="0"/>
              <a:t>核心成員</a:t>
            </a:r>
            <a:endParaRPr lang="zh-CN" altLang="en-US" sz="2800" b="1" dirty="0"/>
          </a:p>
        </p:txBody>
      </p:sp>
      <p:sp>
        <p:nvSpPr>
          <p:cNvPr id="65" name="圓角矩形 64">
            <a:extLst>
              <a:ext uri="{FF2B5EF4-FFF2-40B4-BE49-F238E27FC236}">
                <a16:creationId xmlns="" xmlns:a16="http://schemas.microsoft.com/office/drawing/2014/main" id="{2359EBEB-C448-ADA2-D6A3-0E47C00E5303}"/>
              </a:ext>
            </a:extLst>
          </p:cNvPr>
          <p:cNvSpPr/>
          <p:nvPr/>
        </p:nvSpPr>
        <p:spPr>
          <a:xfrm>
            <a:off x="238128" y="624840"/>
            <a:ext cx="185419" cy="38637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 flipH="1">
            <a:off x="658813" y="2376393"/>
            <a:ext cx="10642600" cy="2894854"/>
          </a:xfrm>
          <a:prstGeom prst="rect">
            <a:avLst/>
          </a:prstGeom>
          <a:solidFill>
            <a:srgbClr val="4B5E75">
              <a:alpha val="84000"/>
            </a:srgbClr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grpSp>
        <p:nvGrpSpPr>
          <p:cNvPr id="83" name="群組 82"/>
          <p:cNvGrpSpPr/>
          <p:nvPr/>
        </p:nvGrpSpPr>
        <p:grpSpPr>
          <a:xfrm>
            <a:off x="2853824" y="2966981"/>
            <a:ext cx="2785601" cy="1540147"/>
            <a:chOff x="2853824" y="2966981"/>
            <a:chExt cx="2785601" cy="1540147"/>
          </a:xfrm>
        </p:grpSpPr>
        <p:sp>
          <p:nvSpPr>
            <p:cNvPr id="76" name="TextBox 21"/>
            <p:cNvSpPr txBox="1"/>
            <p:nvPr/>
          </p:nvSpPr>
          <p:spPr>
            <a:xfrm>
              <a:off x="2853824" y="3377469"/>
              <a:ext cx="2785601" cy="2443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1200"/>
                </a:spcBef>
              </a:pPr>
              <a:r>
                <a:rPr lang="zh-TW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專案經理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TextBox 21"/>
            <p:cNvSpPr txBox="1"/>
            <p:nvPr/>
          </p:nvSpPr>
          <p:spPr>
            <a:xfrm>
              <a:off x="2853824" y="2966981"/>
              <a:ext cx="2785601" cy="3665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1200"/>
                </a:spcBef>
              </a:pPr>
              <a:r>
                <a:rPr lang="zh-TW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李俊彥</a:t>
              </a:r>
              <a:endParaRPr lang="en-US" altLang="zh-TW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TextBox 21"/>
            <p:cNvSpPr txBox="1"/>
            <p:nvPr/>
          </p:nvSpPr>
          <p:spPr>
            <a:xfrm>
              <a:off x="2853824" y="3745381"/>
              <a:ext cx="2785601" cy="76174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1200"/>
                </a:spcBef>
              </a:pPr>
              <a:r>
                <a:rPr lang="en-US" altLang="zh-CN" sz="1100" b="1" dirty="0">
                  <a:solidFill>
                    <a:schemeClr val="accent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</a:t>
              </a:r>
              <a:r>
                <a:rPr lang="zh-TW" altLang="en-US" sz="1100" b="1" dirty="0">
                  <a:solidFill>
                    <a:schemeClr val="accent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r>
                <a:rPr lang="zh-TW" altLang="en-US" sz="11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軟體專案管理經驗，曾主導金融、教育、醫療、農業等跨行業領域別的軟體開發，其中曾包含規模</a:t>
              </a:r>
              <a:r>
                <a:rPr lang="en-US" altLang="zh-TW" sz="1100" b="1" dirty="0">
                  <a:solidFill>
                    <a:schemeClr val="accent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3000</a:t>
              </a:r>
              <a:r>
                <a:rPr lang="zh-TW" altLang="en-US" sz="1100" b="1" dirty="0">
                  <a:solidFill>
                    <a:schemeClr val="accent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萬</a:t>
              </a:r>
              <a:r>
                <a:rPr lang="zh-TW" altLang="en-US" sz="11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元的大型軟體建置案。</a:t>
              </a:r>
              <a:endParaRPr lang="en-US" altLang="zh-TW" sz="11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94" name="圖片 9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4" y="2966981"/>
            <a:ext cx="1312808" cy="1409813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" name="圖片 1">
            <a:extLst>
              <a:ext uri="{FF2B5EF4-FFF2-40B4-BE49-F238E27FC236}">
                <a16:creationId xmlns="" xmlns:a16="http://schemas.microsoft.com/office/drawing/2014/main" id="{845A3F48-2FBE-D725-A082-672B0D48E2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0" r="3440"/>
          <a:stretch/>
        </p:blipFill>
        <p:spPr>
          <a:xfrm>
            <a:off x="6231499" y="2966981"/>
            <a:ext cx="1312808" cy="1409813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5" name="群組 4">
            <a:extLst>
              <a:ext uri="{FF2B5EF4-FFF2-40B4-BE49-F238E27FC236}">
                <a16:creationId xmlns="" xmlns:a16="http://schemas.microsoft.com/office/drawing/2014/main" id="{F045B7D6-B5F2-A5C8-2C3F-5915E5D4681D}"/>
              </a:ext>
            </a:extLst>
          </p:cNvPr>
          <p:cNvGrpSpPr/>
          <p:nvPr/>
        </p:nvGrpSpPr>
        <p:grpSpPr>
          <a:xfrm>
            <a:off x="7834436" y="2975307"/>
            <a:ext cx="3138360" cy="1540147"/>
            <a:chOff x="2853824" y="2966981"/>
            <a:chExt cx="3138360" cy="1540147"/>
          </a:xfrm>
        </p:grpSpPr>
        <p:sp>
          <p:nvSpPr>
            <p:cNvPr id="6" name="TextBox 21">
              <a:extLst>
                <a:ext uri="{FF2B5EF4-FFF2-40B4-BE49-F238E27FC236}">
                  <a16:creationId xmlns="" xmlns:a16="http://schemas.microsoft.com/office/drawing/2014/main" id="{DBD97980-CDD1-9FC7-73B4-1A5502A5CBBB}"/>
                </a:ext>
              </a:extLst>
            </p:cNvPr>
            <p:cNvSpPr txBox="1"/>
            <p:nvPr/>
          </p:nvSpPr>
          <p:spPr>
            <a:xfrm>
              <a:off x="2853824" y="3377469"/>
              <a:ext cx="2785601" cy="2443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1200"/>
                </a:spcBef>
              </a:pPr>
              <a:r>
                <a:rPr lang="zh-TW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技術總監</a:t>
              </a:r>
              <a:endPara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Box 21">
              <a:extLst>
                <a:ext uri="{FF2B5EF4-FFF2-40B4-BE49-F238E27FC236}">
                  <a16:creationId xmlns="" xmlns:a16="http://schemas.microsoft.com/office/drawing/2014/main" id="{962FB963-B5A9-B16C-FA20-5B03599C4720}"/>
                </a:ext>
              </a:extLst>
            </p:cNvPr>
            <p:cNvSpPr txBox="1"/>
            <p:nvPr/>
          </p:nvSpPr>
          <p:spPr>
            <a:xfrm>
              <a:off x="2853824" y="2966981"/>
              <a:ext cx="2785601" cy="3665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1200"/>
                </a:spcBef>
              </a:pPr>
              <a:r>
                <a:rPr lang="zh-TW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黃敏傑</a:t>
              </a:r>
              <a:endParaRPr lang="en-US" altLang="zh-TW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Box 21">
              <a:extLst>
                <a:ext uri="{FF2B5EF4-FFF2-40B4-BE49-F238E27FC236}">
                  <a16:creationId xmlns="" xmlns:a16="http://schemas.microsoft.com/office/drawing/2014/main" id="{C2B73499-9C35-BD33-07CA-CB899805CDF4}"/>
                </a:ext>
              </a:extLst>
            </p:cNvPr>
            <p:cNvSpPr txBox="1"/>
            <p:nvPr/>
          </p:nvSpPr>
          <p:spPr>
            <a:xfrm>
              <a:off x="2853824" y="3745381"/>
              <a:ext cx="3138360" cy="76174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1200"/>
                </a:spcBef>
              </a:pPr>
              <a:r>
                <a:rPr lang="zh-TW" altLang="en-US" sz="1100" dirty="0">
                  <a:solidFill>
                    <a:schemeClr val="bg1"/>
                  </a:solidFill>
                </a:rPr>
                <a:t>具</a:t>
              </a:r>
              <a:r>
                <a:rPr lang="en-US" altLang="zh-TW" sz="1100" b="1" dirty="0">
                  <a:solidFill>
                    <a:schemeClr val="accent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</a:t>
              </a:r>
              <a:r>
                <a:rPr lang="zh-TW" altLang="en-US" sz="1100" b="1" dirty="0">
                  <a:solidFill>
                    <a:schemeClr val="accent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</a:t>
              </a:r>
              <a:r>
                <a:rPr lang="zh-TW" altLang="en-US" sz="1100" dirty="0">
                  <a:solidFill>
                    <a:schemeClr val="bg1"/>
                  </a:solidFill>
                </a:rPr>
                <a:t>軟體開發經驗，橫跨農業、半導體與</a:t>
              </a:r>
              <a:r>
                <a:rPr lang="en-US" altLang="zh-TW" sz="1100" dirty="0">
                  <a:solidFill>
                    <a:schemeClr val="bg1"/>
                  </a:solidFill>
                </a:rPr>
                <a:t>EIP</a:t>
              </a:r>
              <a:r>
                <a:rPr lang="zh-TW" altLang="en-US" sz="1100" dirty="0">
                  <a:solidFill>
                    <a:schemeClr val="bg1"/>
                  </a:solidFill>
                </a:rPr>
                <a:t>等產業領域，專注於系統架構與應用開發整合，致力於以技術實現高效的產業解決方案。</a:t>
              </a:r>
              <a:endParaRPr lang="en-US" altLang="zh-TW" sz="11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91202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圓角矩形 62">
            <a:extLst>
              <a:ext uri="{FF2B5EF4-FFF2-40B4-BE49-F238E27FC236}">
                <a16:creationId xmlns="" xmlns:a16="http://schemas.microsoft.com/office/drawing/2014/main" id="{B99F7568-BFFC-D6E2-644C-CD43DD986DF3}"/>
              </a:ext>
            </a:extLst>
          </p:cNvPr>
          <p:cNvSpPr/>
          <p:nvPr/>
        </p:nvSpPr>
        <p:spPr>
          <a:xfrm>
            <a:off x="473394" y="487998"/>
            <a:ext cx="185419" cy="5232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標題 1">
            <a:extLst>
              <a:ext uri="{FF2B5EF4-FFF2-40B4-BE49-F238E27FC236}">
                <a16:creationId xmlns="" xmlns:a16="http://schemas.microsoft.com/office/drawing/2014/main" id="{652EDE83-63CC-4B33-B715-3953EADE2100}"/>
              </a:ext>
            </a:extLst>
          </p:cNvPr>
          <p:cNvSpPr txBox="1">
            <a:spLocks/>
          </p:cNvSpPr>
          <p:nvPr/>
        </p:nvSpPr>
        <p:spPr>
          <a:xfrm>
            <a:off x="802249" y="487998"/>
            <a:ext cx="5429250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 b="1" dirty="0"/>
              <a:t>我們看到的問題</a:t>
            </a:r>
            <a:endParaRPr lang="zh-CN" altLang="en-US" sz="2800" b="1" dirty="0"/>
          </a:p>
        </p:txBody>
      </p:sp>
      <p:sp>
        <p:nvSpPr>
          <p:cNvPr id="65" name="圓角矩形 64">
            <a:extLst>
              <a:ext uri="{FF2B5EF4-FFF2-40B4-BE49-F238E27FC236}">
                <a16:creationId xmlns="" xmlns:a16="http://schemas.microsoft.com/office/drawing/2014/main" id="{2359EBEB-C448-ADA2-D6A3-0E47C00E5303}"/>
              </a:ext>
            </a:extLst>
          </p:cNvPr>
          <p:cNvSpPr/>
          <p:nvPr/>
        </p:nvSpPr>
        <p:spPr>
          <a:xfrm>
            <a:off x="238128" y="624840"/>
            <a:ext cx="185419" cy="38637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îṣļîḑé-Rounded Rectangle 6">
            <a:extLst>
              <a:ext uri="{FF2B5EF4-FFF2-40B4-BE49-F238E27FC236}">
                <a16:creationId xmlns="" xmlns:a16="http://schemas.microsoft.com/office/drawing/2014/main" id="{BDE797CD-F9A8-49FF-85A7-97827E36CC3D}"/>
              </a:ext>
            </a:extLst>
          </p:cNvPr>
          <p:cNvSpPr/>
          <p:nvPr/>
        </p:nvSpPr>
        <p:spPr>
          <a:xfrm>
            <a:off x="1365390" y="1608569"/>
            <a:ext cx="2552700" cy="4067175"/>
          </a:xfrm>
          <a:prstGeom prst="roundRect">
            <a:avLst>
              <a:gd name="adj" fmla="val 1293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628000" anchor="t" anchorCtr="1">
            <a:normAutofit/>
          </a:bodyPr>
          <a:lstStyle/>
          <a:p>
            <a:pPr marL="228600" indent="-228600" defTabSz="914378">
              <a:lnSpc>
                <a:spcPct val="120000"/>
              </a:lnSpc>
              <a:buFont typeface="+mj-lt"/>
              <a:buAutoNum type="arabicPeriod"/>
              <a:defRPr/>
            </a:pPr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îṣļîḑé-Rectangle 11">
            <a:extLst>
              <a:ext uri="{FF2B5EF4-FFF2-40B4-BE49-F238E27FC236}">
                <a16:creationId xmlns="" xmlns:a16="http://schemas.microsoft.com/office/drawing/2014/main" id="{78714031-6049-4254-A162-2A808D7E7FF7}"/>
              </a:ext>
            </a:extLst>
          </p:cNvPr>
          <p:cNvSpPr/>
          <p:nvPr/>
        </p:nvSpPr>
        <p:spPr>
          <a:xfrm>
            <a:off x="1917148" y="3852975"/>
            <a:ext cx="1449184" cy="411897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lvl="0" algn="ctr" defTabSz="914378">
              <a:defRPr/>
            </a:pPr>
            <a:r>
              <a:rPr lang="zh-TW" altLang="en-US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功能異常</a:t>
            </a:r>
            <a:endParaRPr lang="zh-CN" altLang="en-US" sz="1600" b="1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70177" y="4264872"/>
            <a:ext cx="2143126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defTabSz="91437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[</a:t>
            </a: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登入</a:t>
            </a: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] </a:t>
            </a: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登入狀態顯示異常</a:t>
            </a:r>
            <a:endParaRPr lang="en-US" altLang="zh-TW" sz="1100" dirty="0">
              <a:latin typeface="+mn-ea"/>
              <a:sym typeface="Arial" panose="020B0604020202020204" pitchFamily="34" charset="0"/>
            </a:endParaRPr>
          </a:p>
          <a:p>
            <a:pPr marL="228600" indent="-228600" defTabSz="91437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[</a:t>
            </a: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會員錢包</a:t>
            </a: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] </a:t>
            </a: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轉入註冊點數</a:t>
            </a:r>
            <a:endParaRPr lang="en-US" altLang="zh-TW" sz="1100" dirty="0">
              <a:latin typeface="+mn-ea"/>
              <a:sym typeface="Arial" panose="020B0604020202020204" pitchFamily="34" charset="0"/>
            </a:endParaRPr>
          </a:p>
          <a:p>
            <a:pPr marL="228600" indent="-228600" defTabSz="91437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[</a:t>
            </a: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會員錢包</a:t>
            </a: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]</a:t>
            </a: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 提領餘額</a:t>
            </a:r>
            <a:endParaRPr lang="en-US" altLang="zh-TW" sz="1100" dirty="0">
              <a:latin typeface="+mn-ea"/>
              <a:sym typeface="Arial" panose="020B0604020202020204" pitchFamily="34" charset="0"/>
            </a:endParaRPr>
          </a:p>
          <a:p>
            <a:pPr marL="228600" indent="-228600" defTabSz="91437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[</a:t>
            </a: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會員資訊</a:t>
            </a: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]</a:t>
            </a: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 變更密碼</a:t>
            </a:r>
            <a:endParaRPr lang="zh-CN" altLang="en-US" sz="1100" dirty="0">
              <a:latin typeface="+mn-ea"/>
              <a:sym typeface="Arial" panose="020B0604020202020204" pitchFamily="34" charset="0"/>
            </a:endParaRPr>
          </a:p>
        </p:txBody>
      </p:sp>
      <p:sp>
        <p:nvSpPr>
          <p:cNvPr id="24" name="îṣļîḑé-Oval 7">
            <a:extLst>
              <a:ext uri="{FF2B5EF4-FFF2-40B4-BE49-F238E27FC236}">
                <a16:creationId xmlns="" xmlns:a16="http://schemas.microsoft.com/office/drawing/2014/main" id="{9362CE7E-15B4-4E94-9550-EA514B584129}"/>
              </a:ext>
            </a:extLst>
          </p:cNvPr>
          <p:cNvSpPr/>
          <p:nvPr/>
        </p:nvSpPr>
        <p:spPr>
          <a:xfrm>
            <a:off x="1774965" y="1863997"/>
            <a:ext cx="1733550" cy="173355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490" y="2254522"/>
            <a:ext cx="952500" cy="952500"/>
          </a:xfrm>
          <a:prstGeom prst="rect">
            <a:avLst/>
          </a:prstGeom>
        </p:spPr>
      </p:pic>
      <p:sp>
        <p:nvSpPr>
          <p:cNvPr id="31" name="îṣļîḑé-Rounded Rectangle 6">
            <a:extLst>
              <a:ext uri="{FF2B5EF4-FFF2-40B4-BE49-F238E27FC236}">
                <a16:creationId xmlns="" xmlns:a16="http://schemas.microsoft.com/office/drawing/2014/main" id="{BDE797CD-F9A8-49FF-85A7-97827E36CC3D}"/>
              </a:ext>
            </a:extLst>
          </p:cNvPr>
          <p:cNvSpPr/>
          <p:nvPr/>
        </p:nvSpPr>
        <p:spPr>
          <a:xfrm>
            <a:off x="4601812" y="1608569"/>
            <a:ext cx="2552700" cy="4067175"/>
          </a:xfrm>
          <a:prstGeom prst="roundRect">
            <a:avLst>
              <a:gd name="adj" fmla="val 1293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628000" anchor="t" anchorCtr="1">
            <a:normAutofit/>
          </a:bodyPr>
          <a:lstStyle/>
          <a:p>
            <a:pPr marL="228600" indent="-228600" defTabSz="914378">
              <a:lnSpc>
                <a:spcPct val="120000"/>
              </a:lnSpc>
              <a:buFont typeface="+mj-lt"/>
              <a:buAutoNum type="arabicPeriod"/>
              <a:defRPr/>
            </a:pPr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îṣļîḑé-Rectangle 11">
            <a:extLst>
              <a:ext uri="{FF2B5EF4-FFF2-40B4-BE49-F238E27FC236}">
                <a16:creationId xmlns="" xmlns:a16="http://schemas.microsoft.com/office/drawing/2014/main" id="{78714031-6049-4254-A162-2A808D7E7FF7}"/>
              </a:ext>
            </a:extLst>
          </p:cNvPr>
          <p:cNvSpPr/>
          <p:nvPr/>
        </p:nvSpPr>
        <p:spPr>
          <a:xfrm>
            <a:off x="5153570" y="3852975"/>
            <a:ext cx="1449184" cy="411897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lvl="0" algn="ctr" defTabSz="914378">
              <a:defRPr/>
            </a:pPr>
            <a:r>
              <a:rPr lang="zh-TW" altLang="en-US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功能未實作</a:t>
            </a:r>
            <a:endParaRPr lang="zh-CN" altLang="en-US" sz="1600" b="1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806599" y="4264872"/>
            <a:ext cx="2143126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defTabSz="91437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[</a:t>
            </a: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會員錢包</a:t>
            </a: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] </a:t>
            </a: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自動續費</a:t>
            </a:r>
            <a:endParaRPr lang="en-US" altLang="zh-TW" sz="1100" dirty="0">
              <a:latin typeface="+mn-ea"/>
              <a:sym typeface="Arial" panose="020B0604020202020204" pitchFamily="34" charset="0"/>
            </a:endParaRPr>
          </a:p>
          <a:p>
            <a:pPr marL="228600" indent="-228600" defTabSz="91437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[</a:t>
            </a: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會員錢包</a:t>
            </a: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]</a:t>
            </a: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 加值</a:t>
            </a:r>
            <a:endParaRPr lang="en-US" altLang="zh-TW" sz="1100" dirty="0">
              <a:latin typeface="+mn-ea"/>
              <a:sym typeface="Arial" panose="020B0604020202020204" pitchFamily="34" charset="0"/>
            </a:endParaRPr>
          </a:p>
          <a:p>
            <a:pPr marL="228600" indent="-228600" defTabSz="91437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[</a:t>
            </a: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會員資訊</a:t>
            </a: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]</a:t>
            </a: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 </a:t>
            </a: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KYC</a:t>
            </a:r>
            <a:endParaRPr lang="zh-CN" altLang="en-US" sz="1100" dirty="0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4" name="îṣļîḑé-Oval 7">
            <a:extLst>
              <a:ext uri="{FF2B5EF4-FFF2-40B4-BE49-F238E27FC236}">
                <a16:creationId xmlns="" xmlns:a16="http://schemas.microsoft.com/office/drawing/2014/main" id="{9362CE7E-15B4-4E94-9550-EA514B584129}"/>
              </a:ext>
            </a:extLst>
          </p:cNvPr>
          <p:cNvSpPr/>
          <p:nvPr/>
        </p:nvSpPr>
        <p:spPr>
          <a:xfrm>
            <a:off x="5011387" y="1863997"/>
            <a:ext cx="1733550" cy="17335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912" y="2254522"/>
            <a:ext cx="952500" cy="952500"/>
          </a:xfrm>
          <a:prstGeom prst="rect">
            <a:avLst/>
          </a:prstGeom>
        </p:spPr>
      </p:pic>
      <p:sp>
        <p:nvSpPr>
          <p:cNvPr id="37" name="îṣļîḑé-Rounded Rectangle 6">
            <a:extLst>
              <a:ext uri="{FF2B5EF4-FFF2-40B4-BE49-F238E27FC236}">
                <a16:creationId xmlns="" xmlns:a16="http://schemas.microsoft.com/office/drawing/2014/main" id="{BDE797CD-F9A8-49FF-85A7-97827E36CC3D}"/>
              </a:ext>
            </a:extLst>
          </p:cNvPr>
          <p:cNvSpPr/>
          <p:nvPr/>
        </p:nvSpPr>
        <p:spPr>
          <a:xfrm>
            <a:off x="7838234" y="1608569"/>
            <a:ext cx="2552700" cy="4067175"/>
          </a:xfrm>
          <a:prstGeom prst="roundRect">
            <a:avLst>
              <a:gd name="adj" fmla="val 1293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628000" anchor="t" anchorCtr="1">
            <a:normAutofit/>
          </a:bodyPr>
          <a:lstStyle/>
          <a:p>
            <a:pPr marL="228600" indent="-228600" defTabSz="914378">
              <a:lnSpc>
                <a:spcPct val="120000"/>
              </a:lnSpc>
              <a:buFont typeface="+mj-lt"/>
              <a:buAutoNum type="arabicPeriod"/>
              <a:defRPr/>
            </a:pPr>
            <a:endParaRPr lang="zh-CN" altLang="en-US" sz="11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8" name="îṣļîḑé-Rectangle 11">
            <a:extLst>
              <a:ext uri="{FF2B5EF4-FFF2-40B4-BE49-F238E27FC236}">
                <a16:creationId xmlns="" xmlns:a16="http://schemas.microsoft.com/office/drawing/2014/main" id="{78714031-6049-4254-A162-2A808D7E7FF7}"/>
              </a:ext>
            </a:extLst>
          </p:cNvPr>
          <p:cNvSpPr/>
          <p:nvPr/>
        </p:nvSpPr>
        <p:spPr>
          <a:xfrm>
            <a:off x="8389992" y="3852975"/>
            <a:ext cx="1449184" cy="411897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lvl="0" algn="ctr" defTabSz="914378">
              <a:defRPr/>
            </a:pPr>
            <a:r>
              <a:rPr lang="zh-TW" altLang="en-US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其他</a:t>
            </a:r>
            <a:endParaRPr lang="zh-CN" altLang="en-US" sz="1600" b="1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043021" y="4264872"/>
            <a:ext cx="2143126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defTabSz="914378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TW" altLang="zh-TW" sz="1100" dirty="0"/>
              <a:t>邀請人、推薦人、介紹人</a:t>
            </a:r>
            <a:r>
              <a:rPr lang="zh-TW" altLang="en-US" sz="1100" dirty="0"/>
              <a:t>在功能定義上似乎不明確</a:t>
            </a:r>
            <a:endParaRPr lang="en-US" altLang="zh-TW" sz="1100" dirty="0"/>
          </a:p>
          <a:p>
            <a:pPr marL="228600" indent="-228600" defTabSz="914378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前後台技術棧不統一</a:t>
            </a:r>
            <a:endParaRPr lang="en-US" altLang="zh-TW" sz="1100" dirty="0">
              <a:latin typeface="+mn-ea"/>
              <a:sym typeface="Arial" panose="020B0604020202020204" pitchFamily="34" charset="0"/>
            </a:endParaRPr>
          </a:p>
          <a:p>
            <a:pPr marL="228600" indent="-228600" defTabSz="914378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TW" altLang="en-US" sz="1100" dirty="0">
                <a:latin typeface="+mn-ea"/>
                <a:sym typeface="Arial" panose="020B0604020202020204" pitchFamily="34" charset="0"/>
              </a:rPr>
              <a:t>程式碼充斥寫死的固定</a:t>
            </a:r>
            <a:r>
              <a:rPr lang="en-US" altLang="zh-TW" sz="1100" dirty="0">
                <a:latin typeface="+mn-ea"/>
                <a:sym typeface="Arial" panose="020B0604020202020204" pitchFamily="34" charset="0"/>
              </a:rPr>
              <a:t>IP</a:t>
            </a:r>
            <a:endParaRPr lang="zh-CN" altLang="en-US" sz="1100" dirty="0">
              <a:latin typeface="+mn-ea"/>
              <a:sym typeface="Arial" panose="020B0604020202020204" pitchFamily="34" charset="0"/>
            </a:endParaRPr>
          </a:p>
        </p:txBody>
      </p:sp>
      <p:sp>
        <p:nvSpPr>
          <p:cNvPr id="40" name="îṣļîḑé-Oval 7">
            <a:extLst>
              <a:ext uri="{FF2B5EF4-FFF2-40B4-BE49-F238E27FC236}">
                <a16:creationId xmlns="" xmlns:a16="http://schemas.microsoft.com/office/drawing/2014/main" id="{9362CE7E-15B4-4E94-9550-EA514B584129}"/>
              </a:ext>
            </a:extLst>
          </p:cNvPr>
          <p:cNvSpPr/>
          <p:nvPr/>
        </p:nvSpPr>
        <p:spPr>
          <a:xfrm>
            <a:off x="8247809" y="1863997"/>
            <a:ext cx="1733550" cy="173355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8334" y="2254522"/>
            <a:ext cx="952500" cy="952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9326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圓角矩形 62">
            <a:extLst>
              <a:ext uri="{FF2B5EF4-FFF2-40B4-BE49-F238E27FC236}">
                <a16:creationId xmlns="" xmlns:a16="http://schemas.microsoft.com/office/drawing/2014/main" id="{B99F7568-BFFC-D6E2-644C-CD43DD986DF3}"/>
              </a:ext>
            </a:extLst>
          </p:cNvPr>
          <p:cNvSpPr/>
          <p:nvPr/>
        </p:nvSpPr>
        <p:spPr>
          <a:xfrm>
            <a:off x="473394" y="487998"/>
            <a:ext cx="185419" cy="5232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標題 1">
            <a:extLst>
              <a:ext uri="{FF2B5EF4-FFF2-40B4-BE49-F238E27FC236}">
                <a16:creationId xmlns="" xmlns:a16="http://schemas.microsoft.com/office/drawing/2014/main" id="{652EDE83-63CC-4B33-B715-3953EADE2100}"/>
              </a:ext>
            </a:extLst>
          </p:cNvPr>
          <p:cNvSpPr txBox="1">
            <a:spLocks/>
          </p:cNvSpPr>
          <p:nvPr/>
        </p:nvSpPr>
        <p:spPr>
          <a:xfrm>
            <a:off x="802249" y="487998"/>
            <a:ext cx="5429250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 b="1" dirty="0"/>
              <a:t>我們想了解的問題</a:t>
            </a:r>
            <a:endParaRPr lang="zh-CN" altLang="en-US" sz="2800" b="1" dirty="0"/>
          </a:p>
        </p:txBody>
      </p:sp>
      <p:sp>
        <p:nvSpPr>
          <p:cNvPr id="65" name="圓角矩形 64">
            <a:extLst>
              <a:ext uri="{FF2B5EF4-FFF2-40B4-BE49-F238E27FC236}">
                <a16:creationId xmlns="" xmlns:a16="http://schemas.microsoft.com/office/drawing/2014/main" id="{2359EBEB-C448-ADA2-D6A3-0E47C00E5303}"/>
              </a:ext>
            </a:extLst>
          </p:cNvPr>
          <p:cNvSpPr/>
          <p:nvPr/>
        </p:nvSpPr>
        <p:spPr>
          <a:xfrm>
            <a:off x="238128" y="624840"/>
            <a:ext cx="185419" cy="38637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="" xmlns:a16="http://schemas.microsoft.com/office/drawing/2014/main" id="{F7DC3C81-E4D9-46D9-9514-0FD61957B459}"/>
              </a:ext>
            </a:extLst>
          </p:cNvPr>
          <p:cNvGrpSpPr/>
          <p:nvPr/>
        </p:nvGrpSpPr>
        <p:grpSpPr>
          <a:xfrm>
            <a:off x="1422408" y="1820466"/>
            <a:ext cx="3022921" cy="4244887"/>
            <a:chOff x="1422408" y="1820466"/>
            <a:chExt cx="3022921" cy="4244887"/>
          </a:xfrm>
        </p:grpSpPr>
        <p:sp>
          <p:nvSpPr>
            <p:cNvPr id="22" name="îṣļîḑé-圆角矩形 6">
              <a:extLst>
                <a:ext uri="{FF2B5EF4-FFF2-40B4-BE49-F238E27FC236}">
                  <a16:creationId xmlns="" xmlns:a16="http://schemas.microsoft.com/office/drawing/2014/main" id="{5C3D9E22-3A55-4DFF-A26B-C7B33F519920}"/>
                </a:ext>
              </a:extLst>
            </p:cNvPr>
            <p:cNvSpPr/>
            <p:nvPr/>
          </p:nvSpPr>
          <p:spPr>
            <a:xfrm rot="16200000">
              <a:off x="1151576" y="2091298"/>
              <a:ext cx="3564585" cy="3022921"/>
            </a:xfrm>
            <a:prstGeom prst="roundRect">
              <a:avLst>
                <a:gd name="adj" fmla="val 620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3" name="组合 5">
              <a:extLst>
                <a:ext uri="{FF2B5EF4-FFF2-40B4-BE49-F238E27FC236}">
                  <a16:creationId xmlns="" xmlns:a16="http://schemas.microsoft.com/office/drawing/2014/main" id="{F62D98F8-20CB-45FE-9514-CC0A2355AE1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54132" y="4704751"/>
              <a:ext cx="1359468" cy="1360602"/>
              <a:chOff x="3287425" y="1417883"/>
              <a:chExt cx="648499" cy="649042"/>
            </a:xfrm>
          </p:grpSpPr>
          <p:sp>
            <p:nvSpPr>
              <p:cNvPr id="27" name="îṣļîḑé-Oval 18">
                <a:extLst>
                  <a:ext uri="{FF2B5EF4-FFF2-40B4-BE49-F238E27FC236}">
                    <a16:creationId xmlns="" xmlns:a16="http://schemas.microsoft.com/office/drawing/2014/main" id="{0257CA93-CDB5-4573-A7EC-1695CD8E1C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7425" y="1417883"/>
                <a:ext cx="648499" cy="649042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îṣļîḑé-Oval 19">
                <a:extLst>
                  <a:ext uri="{FF2B5EF4-FFF2-40B4-BE49-F238E27FC236}">
                    <a16:creationId xmlns="" xmlns:a16="http://schemas.microsoft.com/office/drawing/2014/main" id="{0F39619D-BF4C-457A-A83B-10D87BF2C0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62252" y="1492773"/>
                <a:ext cx="498845" cy="499263"/>
              </a:xfrm>
              <a:prstGeom prst="ellipse">
                <a:avLst/>
              </a:prstGeom>
              <a:solidFill>
                <a:schemeClr val="accent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2800" b="1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01</a:t>
                </a:r>
              </a:p>
            </p:txBody>
          </p:sp>
        </p:grpSp>
        <p:sp>
          <p:nvSpPr>
            <p:cNvPr id="25" name="íṩľíḍè-任意多边形 11">
              <a:extLst>
                <a:ext uri="{FF2B5EF4-FFF2-40B4-BE49-F238E27FC236}">
                  <a16:creationId xmlns="" xmlns:a16="http://schemas.microsoft.com/office/drawing/2014/main" id="{052A1C5A-12F1-4695-BA16-A66EF6D12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154" y="2302007"/>
              <a:ext cx="839418" cy="542481"/>
            </a:xfrm>
            <a:custGeom>
              <a:avLst/>
              <a:gdLst/>
              <a:ahLst/>
              <a:cxnLst>
                <a:cxn ang="0">
                  <a:pos x="68" y="25"/>
                </a:cxn>
                <a:cxn ang="0">
                  <a:pos x="34" y="44"/>
                </a:cxn>
                <a:cxn ang="0">
                  <a:pos x="1" y="25"/>
                </a:cxn>
                <a:cxn ang="0">
                  <a:pos x="0" y="22"/>
                </a:cxn>
                <a:cxn ang="0">
                  <a:pos x="1" y="20"/>
                </a:cxn>
                <a:cxn ang="0">
                  <a:pos x="34" y="0"/>
                </a:cxn>
                <a:cxn ang="0">
                  <a:pos x="68" y="20"/>
                </a:cxn>
                <a:cxn ang="0">
                  <a:pos x="68" y="22"/>
                </a:cxn>
                <a:cxn ang="0">
                  <a:pos x="68" y="25"/>
                </a:cxn>
                <a:cxn ang="0">
                  <a:pos x="49" y="9"/>
                </a:cxn>
                <a:cxn ang="0">
                  <a:pos x="51" y="17"/>
                </a:cxn>
                <a:cxn ang="0">
                  <a:pos x="34" y="34"/>
                </a:cxn>
                <a:cxn ang="0">
                  <a:pos x="17" y="17"/>
                </a:cxn>
                <a:cxn ang="0">
                  <a:pos x="20" y="9"/>
                </a:cxn>
                <a:cxn ang="0">
                  <a:pos x="5" y="22"/>
                </a:cxn>
                <a:cxn ang="0">
                  <a:pos x="34" y="39"/>
                </a:cxn>
                <a:cxn ang="0">
                  <a:pos x="64" y="22"/>
                </a:cxn>
                <a:cxn ang="0">
                  <a:pos x="49" y="9"/>
                </a:cxn>
                <a:cxn ang="0">
                  <a:pos x="34" y="6"/>
                </a:cxn>
                <a:cxn ang="0">
                  <a:pos x="23" y="17"/>
                </a:cxn>
                <a:cxn ang="0">
                  <a:pos x="25" y="19"/>
                </a:cxn>
                <a:cxn ang="0">
                  <a:pos x="27" y="17"/>
                </a:cxn>
                <a:cxn ang="0">
                  <a:pos x="34" y="9"/>
                </a:cxn>
                <a:cxn ang="0">
                  <a:pos x="36" y="8"/>
                </a:cxn>
                <a:cxn ang="0">
                  <a:pos x="34" y="6"/>
                </a:cxn>
              </a:cxnLst>
              <a:rect l="0" t="0" r="r" b="b"/>
              <a:pathLst>
                <a:path w="68" h="44">
                  <a:moveTo>
                    <a:pt x="68" y="25"/>
                  </a:moveTo>
                  <a:cubicBezTo>
                    <a:pt x="61" y="36"/>
                    <a:pt x="48" y="44"/>
                    <a:pt x="34" y="44"/>
                  </a:cubicBezTo>
                  <a:cubicBezTo>
                    <a:pt x="21" y="44"/>
                    <a:pt x="8" y="36"/>
                    <a:pt x="1" y="25"/>
                  </a:cubicBezTo>
                  <a:cubicBezTo>
                    <a:pt x="1" y="24"/>
                    <a:pt x="0" y="23"/>
                    <a:pt x="0" y="22"/>
                  </a:cubicBezTo>
                  <a:cubicBezTo>
                    <a:pt x="0" y="21"/>
                    <a:pt x="1" y="20"/>
                    <a:pt x="1" y="20"/>
                  </a:cubicBezTo>
                  <a:cubicBezTo>
                    <a:pt x="8" y="8"/>
                    <a:pt x="21" y="0"/>
                    <a:pt x="34" y="0"/>
                  </a:cubicBezTo>
                  <a:cubicBezTo>
                    <a:pt x="48" y="0"/>
                    <a:pt x="61" y="8"/>
                    <a:pt x="68" y="20"/>
                  </a:cubicBezTo>
                  <a:cubicBezTo>
                    <a:pt x="68" y="20"/>
                    <a:pt x="68" y="21"/>
                    <a:pt x="68" y="22"/>
                  </a:cubicBezTo>
                  <a:cubicBezTo>
                    <a:pt x="68" y="23"/>
                    <a:pt x="68" y="24"/>
                    <a:pt x="68" y="25"/>
                  </a:cubicBezTo>
                  <a:close/>
                  <a:moveTo>
                    <a:pt x="49" y="9"/>
                  </a:moveTo>
                  <a:cubicBezTo>
                    <a:pt x="51" y="11"/>
                    <a:pt x="51" y="14"/>
                    <a:pt x="51" y="17"/>
                  </a:cubicBezTo>
                  <a:cubicBezTo>
                    <a:pt x="51" y="27"/>
                    <a:pt x="44" y="34"/>
                    <a:pt x="34" y="34"/>
                  </a:cubicBezTo>
                  <a:cubicBezTo>
                    <a:pt x="25" y="34"/>
                    <a:pt x="17" y="27"/>
                    <a:pt x="17" y="17"/>
                  </a:cubicBezTo>
                  <a:cubicBezTo>
                    <a:pt x="17" y="14"/>
                    <a:pt x="18" y="11"/>
                    <a:pt x="20" y="9"/>
                  </a:cubicBezTo>
                  <a:cubicBezTo>
                    <a:pt x="14" y="12"/>
                    <a:pt x="9" y="17"/>
                    <a:pt x="5" y="22"/>
                  </a:cubicBezTo>
                  <a:cubicBezTo>
                    <a:pt x="12" y="32"/>
                    <a:pt x="22" y="39"/>
                    <a:pt x="34" y="39"/>
                  </a:cubicBezTo>
                  <a:cubicBezTo>
                    <a:pt x="47" y="39"/>
                    <a:pt x="57" y="32"/>
                    <a:pt x="64" y="22"/>
                  </a:cubicBezTo>
                  <a:cubicBezTo>
                    <a:pt x="60" y="17"/>
                    <a:pt x="55" y="12"/>
                    <a:pt x="49" y="9"/>
                  </a:cubicBezTo>
                  <a:close/>
                  <a:moveTo>
                    <a:pt x="34" y="6"/>
                  </a:moveTo>
                  <a:cubicBezTo>
                    <a:pt x="28" y="6"/>
                    <a:pt x="23" y="11"/>
                    <a:pt x="23" y="17"/>
                  </a:cubicBezTo>
                  <a:cubicBezTo>
                    <a:pt x="23" y="18"/>
                    <a:pt x="24" y="19"/>
                    <a:pt x="25" y="19"/>
                  </a:cubicBezTo>
                  <a:cubicBezTo>
                    <a:pt x="26" y="19"/>
                    <a:pt x="27" y="18"/>
                    <a:pt x="27" y="17"/>
                  </a:cubicBezTo>
                  <a:cubicBezTo>
                    <a:pt x="27" y="13"/>
                    <a:pt x="30" y="9"/>
                    <a:pt x="34" y="9"/>
                  </a:cubicBezTo>
                  <a:cubicBezTo>
                    <a:pt x="35" y="9"/>
                    <a:pt x="36" y="9"/>
                    <a:pt x="36" y="8"/>
                  </a:cubicBezTo>
                  <a:cubicBezTo>
                    <a:pt x="36" y="7"/>
                    <a:pt x="35" y="6"/>
                    <a:pt x="34" y="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íṩľíḍè-文本框 15">
              <a:extLst>
                <a:ext uri="{FF2B5EF4-FFF2-40B4-BE49-F238E27FC236}">
                  <a16:creationId xmlns="" xmlns:a16="http://schemas.microsoft.com/office/drawing/2014/main" id="{88F9F350-E7D8-4EA5-A0D9-4712C2B8BABF}"/>
                </a:ext>
              </a:extLst>
            </p:cNvPr>
            <p:cNvSpPr txBox="1">
              <a:spLocks/>
            </p:cNvSpPr>
            <p:nvPr/>
          </p:nvSpPr>
          <p:spPr>
            <a:xfrm>
              <a:off x="1567543" y="3378127"/>
              <a:ext cx="2733870" cy="1326623"/>
            </a:xfrm>
            <a:prstGeom prst="rect">
              <a:avLst/>
            </a:prstGeom>
          </p:spPr>
          <p:txBody>
            <a:bodyPr wrap="square" lIns="0" tIns="0" rIns="0" bIns="0" anchor="ctr" anchorCtr="0">
              <a:normAutofit/>
            </a:bodyPr>
            <a:lstStyle/>
            <a:p>
              <a:pPr algn="ctr" defTabSz="121917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TW" altLang="en-US" sz="1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對於目前系統</a:t>
              </a:r>
              <a:endParaRPr lang="en-US" altLang="zh-TW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 defTabSz="121917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TW" altLang="en-US" sz="1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滿意及不滿意的地方</a:t>
              </a:r>
              <a:r>
                <a:rPr lang="en-US" altLang="zh-TW" sz="1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?</a:t>
              </a:r>
              <a:endPara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9" name="组合 21">
            <a:extLst>
              <a:ext uri="{FF2B5EF4-FFF2-40B4-BE49-F238E27FC236}">
                <a16:creationId xmlns="" xmlns:a16="http://schemas.microsoft.com/office/drawing/2014/main" id="{D1E64014-8768-4AD8-966D-B87CF666332E}"/>
              </a:ext>
            </a:extLst>
          </p:cNvPr>
          <p:cNvGrpSpPr/>
          <p:nvPr/>
        </p:nvGrpSpPr>
        <p:grpSpPr>
          <a:xfrm>
            <a:off x="4584536" y="1820462"/>
            <a:ext cx="3022925" cy="4244891"/>
            <a:chOff x="4584536" y="1820462"/>
            <a:chExt cx="3022925" cy="4244891"/>
          </a:xfrm>
        </p:grpSpPr>
        <p:sp>
          <p:nvSpPr>
            <p:cNvPr id="30" name="îṣļîḑé-圆角矩形 5">
              <a:extLst>
                <a:ext uri="{FF2B5EF4-FFF2-40B4-BE49-F238E27FC236}">
                  <a16:creationId xmlns="" xmlns:a16="http://schemas.microsoft.com/office/drawing/2014/main" id="{93860642-8615-454A-88FF-D59CEF368E49}"/>
                </a:ext>
              </a:extLst>
            </p:cNvPr>
            <p:cNvSpPr/>
            <p:nvPr/>
          </p:nvSpPr>
          <p:spPr>
            <a:xfrm rot="16200000">
              <a:off x="4313701" y="2091297"/>
              <a:ext cx="3564596" cy="3022925"/>
            </a:xfrm>
            <a:prstGeom prst="roundRect">
              <a:avLst>
                <a:gd name="adj" fmla="val 6205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5" name="组合 6">
              <a:extLst>
                <a:ext uri="{FF2B5EF4-FFF2-40B4-BE49-F238E27FC236}">
                  <a16:creationId xmlns="" xmlns:a16="http://schemas.microsoft.com/office/drawing/2014/main" id="{F4405A21-62AE-4CE7-A1A2-9BD5EF199A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16266" y="4704751"/>
              <a:ext cx="1359468" cy="1360602"/>
              <a:chOff x="2779491" y="2517212"/>
              <a:chExt cx="648499" cy="649042"/>
            </a:xfrm>
          </p:grpSpPr>
          <p:sp>
            <p:nvSpPr>
              <p:cNvPr id="42" name="îṣļîḑé-Oval 16">
                <a:extLst>
                  <a:ext uri="{FF2B5EF4-FFF2-40B4-BE49-F238E27FC236}">
                    <a16:creationId xmlns="" xmlns:a16="http://schemas.microsoft.com/office/drawing/2014/main" id="{C0A91197-1FD6-4165-9890-3AABD36350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79491" y="2517212"/>
                <a:ext cx="648499" cy="649042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3" name="îṣļîḑé-Oval 17">
                <a:extLst>
                  <a:ext uri="{FF2B5EF4-FFF2-40B4-BE49-F238E27FC236}">
                    <a16:creationId xmlns="" xmlns:a16="http://schemas.microsoft.com/office/drawing/2014/main" id="{1C3CD4C2-D05D-43EF-9CD9-9646641E08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54318" y="2592102"/>
                <a:ext cx="498845" cy="499263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2800" b="1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02</a:t>
                </a:r>
              </a:p>
            </p:txBody>
          </p:sp>
        </p:grpSp>
        <p:sp>
          <p:nvSpPr>
            <p:cNvPr id="36" name="íṩľíḍè-任意多边形 12">
              <a:extLst>
                <a:ext uri="{FF2B5EF4-FFF2-40B4-BE49-F238E27FC236}">
                  <a16:creationId xmlns="" xmlns:a16="http://schemas.microsoft.com/office/drawing/2014/main" id="{A261D56C-FEB2-4797-9052-80A4030A0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3490" y="2190741"/>
              <a:ext cx="765013" cy="765013"/>
            </a:xfrm>
            <a:custGeom>
              <a:avLst/>
              <a:gdLst/>
              <a:ahLst/>
              <a:cxnLst>
                <a:cxn ang="0">
                  <a:pos x="27" y="55"/>
                </a:cxn>
                <a:cxn ang="0">
                  <a:pos x="0" y="27"/>
                </a:cxn>
                <a:cxn ang="0">
                  <a:pos x="27" y="0"/>
                </a:cxn>
                <a:cxn ang="0">
                  <a:pos x="55" y="27"/>
                </a:cxn>
                <a:cxn ang="0">
                  <a:pos x="27" y="55"/>
                </a:cxn>
                <a:cxn ang="0">
                  <a:pos x="27" y="8"/>
                </a:cxn>
                <a:cxn ang="0">
                  <a:pos x="8" y="27"/>
                </a:cxn>
                <a:cxn ang="0">
                  <a:pos x="27" y="47"/>
                </a:cxn>
                <a:cxn ang="0">
                  <a:pos x="47" y="27"/>
                </a:cxn>
                <a:cxn ang="0">
                  <a:pos x="27" y="8"/>
                </a:cxn>
                <a:cxn ang="0">
                  <a:pos x="32" y="31"/>
                </a:cxn>
                <a:cxn ang="0">
                  <a:pos x="31" y="32"/>
                </a:cxn>
                <a:cxn ang="0">
                  <a:pos x="19" y="32"/>
                </a:cxn>
                <a:cxn ang="0">
                  <a:pos x="18" y="31"/>
                </a:cxn>
                <a:cxn ang="0">
                  <a:pos x="18" y="28"/>
                </a:cxn>
                <a:cxn ang="0">
                  <a:pos x="19" y="27"/>
                </a:cxn>
                <a:cxn ang="0">
                  <a:pos x="27" y="27"/>
                </a:cxn>
                <a:cxn ang="0">
                  <a:pos x="27" y="15"/>
                </a:cxn>
                <a:cxn ang="0">
                  <a:pos x="28" y="14"/>
                </a:cxn>
                <a:cxn ang="0">
                  <a:pos x="31" y="14"/>
                </a:cxn>
                <a:cxn ang="0">
                  <a:pos x="32" y="15"/>
                </a:cxn>
                <a:cxn ang="0">
                  <a:pos x="32" y="31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27" y="8"/>
                  </a:moveTo>
                  <a:cubicBezTo>
                    <a:pt x="16" y="8"/>
                    <a:pt x="8" y="17"/>
                    <a:pt x="8" y="27"/>
                  </a:cubicBezTo>
                  <a:cubicBezTo>
                    <a:pt x="8" y="38"/>
                    <a:pt x="16" y="47"/>
                    <a:pt x="27" y="47"/>
                  </a:cubicBezTo>
                  <a:cubicBezTo>
                    <a:pt x="38" y="47"/>
                    <a:pt x="47" y="38"/>
                    <a:pt x="47" y="27"/>
                  </a:cubicBezTo>
                  <a:cubicBezTo>
                    <a:pt x="47" y="17"/>
                    <a:pt x="38" y="8"/>
                    <a:pt x="27" y="8"/>
                  </a:cubicBezTo>
                  <a:close/>
                  <a:moveTo>
                    <a:pt x="32" y="31"/>
                  </a:moveTo>
                  <a:cubicBezTo>
                    <a:pt x="32" y="31"/>
                    <a:pt x="31" y="32"/>
                    <a:pt x="31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9" y="32"/>
                    <a:pt x="18" y="31"/>
                    <a:pt x="18" y="31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4"/>
                    <a:pt x="28" y="14"/>
                    <a:pt x="28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2" y="14"/>
                    <a:pt x="32" y="15"/>
                  </a:cubicBezTo>
                  <a:lnTo>
                    <a:pt x="32" y="3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4" name="组合 22">
            <a:extLst>
              <a:ext uri="{FF2B5EF4-FFF2-40B4-BE49-F238E27FC236}">
                <a16:creationId xmlns="" xmlns:a16="http://schemas.microsoft.com/office/drawing/2014/main" id="{93D936DD-A1D5-4650-9476-B7E10B067152}"/>
              </a:ext>
            </a:extLst>
          </p:cNvPr>
          <p:cNvGrpSpPr/>
          <p:nvPr/>
        </p:nvGrpSpPr>
        <p:grpSpPr>
          <a:xfrm>
            <a:off x="7746676" y="1820468"/>
            <a:ext cx="3022921" cy="4244885"/>
            <a:chOff x="7746676" y="1820468"/>
            <a:chExt cx="3022921" cy="4244885"/>
          </a:xfrm>
        </p:grpSpPr>
        <p:sp>
          <p:nvSpPr>
            <p:cNvPr id="45" name="îṣļîḑé-圆角矩形 3">
              <a:extLst>
                <a:ext uri="{FF2B5EF4-FFF2-40B4-BE49-F238E27FC236}">
                  <a16:creationId xmlns="" xmlns:a16="http://schemas.microsoft.com/office/drawing/2014/main" id="{A8809F02-60D3-45C2-912A-298C82F5B0BA}"/>
                </a:ext>
              </a:extLst>
            </p:cNvPr>
            <p:cNvSpPr/>
            <p:nvPr/>
          </p:nvSpPr>
          <p:spPr>
            <a:xfrm rot="16200000">
              <a:off x="7475844" y="2091300"/>
              <a:ext cx="3564585" cy="3022921"/>
            </a:xfrm>
            <a:prstGeom prst="roundRect">
              <a:avLst>
                <a:gd name="adj" fmla="val 6205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46" name="组合 7">
              <a:extLst>
                <a:ext uri="{FF2B5EF4-FFF2-40B4-BE49-F238E27FC236}">
                  <a16:creationId xmlns="" xmlns:a16="http://schemas.microsoft.com/office/drawing/2014/main" id="{FC6634CA-6441-4B69-868E-14713B032B9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578400" y="4704751"/>
              <a:ext cx="1359468" cy="1360602"/>
              <a:chOff x="3287425" y="3613920"/>
              <a:chExt cx="648499" cy="649042"/>
            </a:xfrm>
          </p:grpSpPr>
          <p:sp>
            <p:nvSpPr>
              <p:cNvPr id="49" name="íṩľíḍè-Oval 14">
                <a:extLst>
                  <a:ext uri="{FF2B5EF4-FFF2-40B4-BE49-F238E27FC236}">
                    <a16:creationId xmlns="" xmlns:a16="http://schemas.microsoft.com/office/drawing/2014/main" id="{029B2ECF-B975-4DAA-8C0A-8ED6AC9C3B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7425" y="3613920"/>
                <a:ext cx="648499" cy="649042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" name="íṩľíḍè-Oval 15">
                <a:extLst>
                  <a:ext uri="{FF2B5EF4-FFF2-40B4-BE49-F238E27FC236}">
                    <a16:creationId xmlns="" xmlns:a16="http://schemas.microsoft.com/office/drawing/2014/main" id="{6ED52B25-4D04-49CE-9F5D-E9F13C1FBB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62252" y="3688810"/>
                <a:ext cx="498845" cy="499263"/>
              </a:xfrm>
              <a:prstGeom prst="ellipse">
                <a:avLst/>
              </a:prstGeom>
              <a:solidFill>
                <a:schemeClr val="accent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sz="2800" b="1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03</a:t>
                </a:r>
              </a:p>
            </p:txBody>
          </p:sp>
        </p:grpSp>
        <p:sp>
          <p:nvSpPr>
            <p:cNvPr id="47" name="íṩľíḍè-任意多边形 13">
              <a:extLst>
                <a:ext uri="{FF2B5EF4-FFF2-40B4-BE49-F238E27FC236}">
                  <a16:creationId xmlns="" xmlns:a16="http://schemas.microsoft.com/office/drawing/2014/main" id="{79C38FB8-03F5-42CB-96AE-881D94654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1854" y="2206971"/>
              <a:ext cx="732555" cy="732555"/>
            </a:xfrm>
            <a:custGeom>
              <a:avLst/>
              <a:gdLst/>
              <a:ahLst/>
              <a:cxnLst>
                <a:cxn ang="0">
                  <a:pos x="64" y="42"/>
                </a:cxn>
                <a:cxn ang="0">
                  <a:pos x="63" y="44"/>
                </a:cxn>
                <a:cxn ang="0">
                  <a:pos x="33" y="64"/>
                </a:cxn>
                <a:cxn ang="0">
                  <a:pos x="32" y="64"/>
                </a:cxn>
                <a:cxn ang="0">
                  <a:pos x="30" y="64"/>
                </a:cxn>
                <a:cxn ang="0">
                  <a:pos x="1" y="44"/>
                </a:cxn>
                <a:cxn ang="0">
                  <a:pos x="0" y="42"/>
                </a:cxn>
                <a:cxn ang="0">
                  <a:pos x="0" y="23"/>
                </a:cxn>
                <a:cxn ang="0">
                  <a:pos x="1" y="20"/>
                </a:cxn>
                <a:cxn ang="0">
                  <a:pos x="30" y="1"/>
                </a:cxn>
                <a:cxn ang="0">
                  <a:pos x="32" y="0"/>
                </a:cxn>
                <a:cxn ang="0">
                  <a:pos x="33" y="1"/>
                </a:cxn>
                <a:cxn ang="0">
                  <a:pos x="63" y="20"/>
                </a:cxn>
                <a:cxn ang="0">
                  <a:pos x="64" y="23"/>
                </a:cxn>
                <a:cxn ang="0">
                  <a:pos x="64" y="42"/>
                </a:cxn>
                <a:cxn ang="0">
                  <a:pos x="12" y="32"/>
                </a:cxn>
                <a:cxn ang="0">
                  <a:pos x="5" y="28"/>
                </a:cxn>
                <a:cxn ang="0">
                  <a:pos x="5" y="37"/>
                </a:cxn>
                <a:cxn ang="0">
                  <a:pos x="12" y="32"/>
                </a:cxn>
                <a:cxn ang="0">
                  <a:pos x="29" y="21"/>
                </a:cxn>
                <a:cxn ang="0">
                  <a:pos x="29" y="8"/>
                </a:cxn>
                <a:cxn ang="0">
                  <a:pos x="7" y="23"/>
                </a:cxn>
                <a:cxn ang="0">
                  <a:pos x="17" y="29"/>
                </a:cxn>
                <a:cxn ang="0">
                  <a:pos x="29" y="21"/>
                </a:cxn>
                <a:cxn ang="0">
                  <a:pos x="29" y="56"/>
                </a:cxn>
                <a:cxn ang="0">
                  <a:pos x="29" y="44"/>
                </a:cxn>
                <a:cxn ang="0">
                  <a:pos x="17" y="36"/>
                </a:cxn>
                <a:cxn ang="0">
                  <a:pos x="7" y="42"/>
                </a:cxn>
                <a:cxn ang="0">
                  <a:pos x="29" y="56"/>
                </a:cxn>
                <a:cxn ang="0">
                  <a:pos x="41" y="32"/>
                </a:cxn>
                <a:cxn ang="0">
                  <a:pos x="32" y="26"/>
                </a:cxn>
                <a:cxn ang="0">
                  <a:pos x="22" y="32"/>
                </a:cxn>
                <a:cxn ang="0">
                  <a:pos x="32" y="39"/>
                </a:cxn>
                <a:cxn ang="0">
                  <a:pos x="41" y="32"/>
                </a:cxn>
                <a:cxn ang="0">
                  <a:pos x="56" y="23"/>
                </a:cxn>
                <a:cxn ang="0">
                  <a:pos x="35" y="8"/>
                </a:cxn>
                <a:cxn ang="0">
                  <a:pos x="35" y="21"/>
                </a:cxn>
                <a:cxn ang="0">
                  <a:pos x="46" y="29"/>
                </a:cxn>
                <a:cxn ang="0">
                  <a:pos x="56" y="23"/>
                </a:cxn>
                <a:cxn ang="0">
                  <a:pos x="56" y="42"/>
                </a:cxn>
                <a:cxn ang="0">
                  <a:pos x="46" y="36"/>
                </a:cxn>
                <a:cxn ang="0">
                  <a:pos x="35" y="44"/>
                </a:cxn>
                <a:cxn ang="0">
                  <a:pos x="35" y="56"/>
                </a:cxn>
                <a:cxn ang="0">
                  <a:pos x="56" y="42"/>
                </a:cxn>
                <a:cxn ang="0">
                  <a:pos x="58" y="37"/>
                </a:cxn>
                <a:cxn ang="0">
                  <a:pos x="58" y="28"/>
                </a:cxn>
                <a:cxn ang="0">
                  <a:pos x="51" y="32"/>
                </a:cxn>
                <a:cxn ang="0">
                  <a:pos x="58" y="37"/>
                </a:cxn>
              </a:cxnLst>
              <a:rect l="0" t="0" r="r" b="b"/>
              <a:pathLst>
                <a:path w="64" h="64">
                  <a:moveTo>
                    <a:pt x="64" y="42"/>
                  </a:moveTo>
                  <a:cubicBezTo>
                    <a:pt x="64" y="43"/>
                    <a:pt x="63" y="44"/>
                    <a:pt x="63" y="44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2" y="64"/>
                    <a:pt x="32" y="64"/>
                  </a:cubicBezTo>
                  <a:cubicBezTo>
                    <a:pt x="31" y="64"/>
                    <a:pt x="31" y="64"/>
                    <a:pt x="30" y="64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0" y="44"/>
                    <a:pt x="0" y="43"/>
                    <a:pt x="0" y="4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1" y="1"/>
                    <a:pt x="31" y="0"/>
                    <a:pt x="32" y="0"/>
                  </a:cubicBezTo>
                  <a:cubicBezTo>
                    <a:pt x="32" y="0"/>
                    <a:pt x="33" y="1"/>
                    <a:pt x="33" y="1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63" y="21"/>
                    <a:pt x="64" y="22"/>
                    <a:pt x="64" y="23"/>
                  </a:cubicBezTo>
                  <a:lnTo>
                    <a:pt x="64" y="42"/>
                  </a:lnTo>
                  <a:close/>
                  <a:moveTo>
                    <a:pt x="12" y="32"/>
                  </a:moveTo>
                  <a:cubicBezTo>
                    <a:pt x="5" y="28"/>
                    <a:pt x="5" y="28"/>
                    <a:pt x="5" y="28"/>
                  </a:cubicBezTo>
                  <a:cubicBezTo>
                    <a:pt x="5" y="37"/>
                    <a:pt x="5" y="37"/>
                    <a:pt x="5" y="37"/>
                  </a:cubicBezTo>
                  <a:lnTo>
                    <a:pt x="12" y="32"/>
                  </a:lnTo>
                  <a:close/>
                  <a:moveTo>
                    <a:pt x="29" y="21"/>
                  </a:moveTo>
                  <a:cubicBezTo>
                    <a:pt x="29" y="8"/>
                    <a:pt x="29" y="8"/>
                    <a:pt x="29" y="8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17" y="29"/>
                    <a:pt x="17" y="29"/>
                    <a:pt x="17" y="29"/>
                  </a:cubicBezTo>
                  <a:lnTo>
                    <a:pt x="29" y="21"/>
                  </a:lnTo>
                  <a:close/>
                  <a:moveTo>
                    <a:pt x="29" y="56"/>
                  </a:moveTo>
                  <a:cubicBezTo>
                    <a:pt x="29" y="44"/>
                    <a:pt x="29" y="44"/>
                    <a:pt x="29" y="44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7" y="42"/>
                    <a:pt x="7" y="42"/>
                    <a:pt x="7" y="42"/>
                  </a:cubicBezTo>
                  <a:lnTo>
                    <a:pt x="29" y="56"/>
                  </a:lnTo>
                  <a:close/>
                  <a:moveTo>
                    <a:pt x="41" y="32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41" y="32"/>
                  </a:lnTo>
                  <a:close/>
                  <a:moveTo>
                    <a:pt x="56" y="23"/>
                  </a:moveTo>
                  <a:cubicBezTo>
                    <a:pt x="35" y="8"/>
                    <a:pt x="35" y="8"/>
                    <a:pt x="35" y="8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46" y="29"/>
                    <a:pt x="46" y="29"/>
                    <a:pt x="46" y="29"/>
                  </a:cubicBezTo>
                  <a:lnTo>
                    <a:pt x="56" y="23"/>
                  </a:lnTo>
                  <a:close/>
                  <a:moveTo>
                    <a:pt x="56" y="42"/>
                  </a:moveTo>
                  <a:cubicBezTo>
                    <a:pt x="46" y="36"/>
                    <a:pt x="46" y="36"/>
                    <a:pt x="46" y="36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5" y="56"/>
                    <a:pt x="35" y="56"/>
                    <a:pt x="35" y="56"/>
                  </a:cubicBezTo>
                  <a:lnTo>
                    <a:pt x="56" y="42"/>
                  </a:lnTo>
                  <a:close/>
                  <a:moveTo>
                    <a:pt x="58" y="37"/>
                  </a:moveTo>
                  <a:cubicBezTo>
                    <a:pt x="58" y="28"/>
                    <a:pt x="58" y="28"/>
                    <a:pt x="58" y="28"/>
                  </a:cubicBezTo>
                  <a:cubicBezTo>
                    <a:pt x="51" y="32"/>
                    <a:pt x="51" y="32"/>
                    <a:pt x="51" y="32"/>
                  </a:cubicBezTo>
                  <a:lnTo>
                    <a:pt x="58" y="3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1" name="íṩľíḍè-文本框 15">
            <a:extLst>
              <a:ext uri="{FF2B5EF4-FFF2-40B4-BE49-F238E27FC236}">
                <a16:creationId xmlns="" xmlns:a16="http://schemas.microsoft.com/office/drawing/2014/main" id="{88F9F350-E7D8-4EA5-A0D9-4712C2B8BABF}"/>
              </a:ext>
            </a:extLst>
          </p:cNvPr>
          <p:cNvSpPr txBox="1">
            <a:spLocks/>
          </p:cNvSpPr>
          <p:nvPr/>
        </p:nvSpPr>
        <p:spPr>
          <a:xfrm>
            <a:off x="4729061" y="3378127"/>
            <a:ext cx="2733870" cy="1326623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/>
          <a:p>
            <a:pPr algn="ctr" defTabSz="1219170">
              <a:lnSpc>
                <a:spcPct val="120000"/>
              </a:lnSpc>
              <a:spcBef>
                <a:spcPct val="0"/>
              </a:spcBef>
              <a:defRPr/>
            </a:pPr>
            <a:r>
              <a:rPr lang="zh-TW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系統在金流這塊著墨頗深</a:t>
            </a:r>
            <a:endParaRPr lang="en-US" altLang="zh-TW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 defTabSz="1219170">
              <a:lnSpc>
                <a:spcPct val="120000"/>
              </a:lnSpc>
              <a:spcBef>
                <a:spcPct val="0"/>
              </a:spcBef>
              <a:defRPr/>
            </a:pPr>
            <a:r>
              <a:rPr lang="zh-TW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目前的設計對於貴司的商業模式能夠帶來實質的收益或價值嗎</a:t>
            </a:r>
            <a:r>
              <a:rPr lang="en-US" altLang="zh-TW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?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" name="íṩľíḍè-文本框 15">
            <a:extLst>
              <a:ext uri="{FF2B5EF4-FFF2-40B4-BE49-F238E27FC236}">
                <a16:creationId xmlns="" xmlns:a16="http://schemas.microsoft.com/office/drawing/2014/main" id="{88F9F350-E7D8-4EA5-A0D9-4712C2B8BABF}"/>
              </a:ext>
            </a:extLst>
          </p:cNvPr>
          <p:cNvSpPr txBox="1">
            <a:spLocks/>
          </p:cNvSpPr>
          <p:nvPr/>
        </p:nvSpPr>
        <p:spPr>
          <a:xfrm>
            <a:off x="7891196" y="3378127"/>
            <a:ext cx="2733870" cy="1326623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/>
          <a:p>
            <a:pPr algn="ctr" defTabSz="1219170">
              <a:lnSpc>
                <a:spcPct val="120000"/>
              </a:lnSpc>
              <a:spcBef>
                <a:spcPct val="0"/>
              </a:spcBef>
              <a:defRPr/>
            </a:pPr>
            <a:r>
              <a:rPr lang="zh-TW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此系統的核心功能應該為</a:t>
            </a:r>
            <a:r>
              <a:rPr lang="en-US" altLang="zh-TW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“</a:t>
            </a:r>
            <a:r>
              <a:rPr lang="zh-TW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標會</a:t>
            </a:r>
            <a:r>
              <a:rPr lang="en-US" altLang="zh-TW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”</a:t>
            </a:r>
          </a:p>
          <a:p>
            <a:pPr algn="ctr" defTabSz="1219170">
              <a:lnSpc>
                <a:spcPct val="120000"/>
              </a:lnSpc>
              <a:spcBef>
                <a:spcPct val="0"/>
              </a:spcBef>
              <a:defRPr/>
            </a:pPr>
            <a:r>
              <a:rPr lang="zh-TW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但前後台的功能都只有查詢，似乎沒看到如何建立一個新的標會流程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4329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圓角矩形 62">
            <a:extLst>
              <a:ext uri="{FF2B5EF4-FFF2-40B4-BE49-F238E27FC236}">
                <a16:creationId xmlns="" xmlns:a16="http://schemas.microsoft.com/office/drawing/2014/main" id="{B99F7568-BFFC-D6E2-644C-CD43DD986DF3}"/>
              </a:ext>
            </a:extLst>
          </p:cNvPr>
          <p:cNvSpPr/>
          <p:nvPr/>
        </p:nvSpPr>
        <p:spPr>
          <a:xfrm>
            <a:off x="473394" y="487998"/>
            <a:ext cx="185419" cy="5232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標題 1">
            <a:extLst>
              <a:ext uri="{FF2B5EF4-FFF2-40B4-BE49-F238E27FC236}">
                <a16:creationId xmlns="" xmlns:a16="http://schemas.microsoft.com/office/drawing/2014/main" id="{652EDE83-63CC-4B33-B715-3953EADE2100}"/>
              </a:ext>
            </a:extLst>
          </p:cNvPr>
          <p:cNvSpPr txBox="1">
            <a:spLocks/>
          </p:cNvSpPr>
          <p:nvPr/>
        </p:nvSpPr>
        <p:spPr>
          <a:xfrm>
            <a:off x="802249" y="487998"/>
            <a:ext cx="5429250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 b="1" dirty="0"/>
              <a:t>我們怎麼解決問題</a:t>
            </a:r>
            <a:endParaRPr lang="zh-CN" altLang="en-US" sz="2800" b="1" dirty="0"/>
          </a:p>
        </p:txBody>
      </p:sp>
      <p:sp>
        <p:nvSpPr>
          <p:cNvPr id="65" name="圓角矩形 64">
            <a:extLst>
              <a:ext uri="{FF2B5EF4-FFF2-40B4-BE49-F238E27FC236}">
                <a16:creationId xmlns="" xmlns:a16="http://schemas.microsoft.com/office/drawing/2014/main" id="{2359EBEB-C448-ADA2-D6A3-0E47C00E5303}"/>
              </a:ext>
            </a:extLst>
          </p:cNvPr>
          <p:cNvSpPr/>
          <p:nvPr/>
        </p:nvSpPr>
        <p:spPr>
          <a:xfrm>
            <a:off x="238128" y="624840"/>
            <a:ext cx="185419" cy="38637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7">
            <a:extLst>
              <a:ext uri="{FF2B5EF4-FFF2-40B4-BE49-F238E27FC236}">
                <a16:creationId xmlns="" xmlns:a16="http://schemas.microsoft.com/office/drawing/2014/main" id="{2C3156E6-7ED6-4308-A771-093C68C3A294}"/>
              </a:ext>
            </a:extLst>
          </p:cNvPr>
          <p:cNvGrpSpPr/>
          <p:nvPr/>
        </p:nvGrpSpPr>
        <p:grpSpPr>
          <a:xfrm>
            <a:off x="1061484" y="1704380"/>
            <a:ext cx="10069030" cy="2365123"/>
            <a:chOff x="1061484" y="2189572"/>
            <a:chExt cx="10069030" cy="2365123"/>
          </a:xfrm>
        </p:grpSpPr>
        <p:sp>
          <p:nvSpPr>
            <p:cNvPr id="32" name="íṩľíḍè-Freeform: Shape 1">
              <a:extLst>
                <a:ext uri="{FF2B5EF4-FFF2-40B4-BE49-F238E27FC236}">
                  <a16:creationId xmlns="" xmlns:a16="http://schemas.microsoft.com/office/drawing/2014/main" id="{DCBD206B-E307-46C8-8290-A9AA96F4E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2885" y="2189572"/>
              <a:ext cx="2757629" cy="2361937"/>
            </a:xfrm>
            <a:custGeom>
              <a:avLst/>
              <a:gdLst>
                <a:gd name="T0" fmla="*/ 317 w 332"/>
                <a:gd name="T1" fmla="*/ 168 h 282"/>
                <a:gd name="T2" fmla="*/ 317 w 332"/>
                <a:gd name="T3" fmla="*/ 114 h 282"/>
                <a:gd name="T4" fmla="*/ 218 w 332"/>
                <a:gd name="T5" fmla="*/ 15 h 282"/>
                <a:gd name="T6" fmla="*/ 191 w 332"/>
                <a:gd name="T7" fmla="*/ 26 h 282"/>
                <a:gd name="T8" fmla="*/ 191 w 332"/>
                <a:gd name="T9" fmla="*/ 26 h 282"/>
                <a:gd name="T10" fmla="*/ 153 w 332"/>
                <a:gd name="T11" fmla="*/ 65 h 282"/>
                <a:gd name="T12" fmla="*/ 38 w 332"/>
                <a:gd name="T13" fmla="*/ 65 h 282"/>
                <a:gd name="T14" fmla="*/ 0 w 332"/>
                <a:gd name="T15" fmla="*/ 103 h 282"/>
                <a:gd name="T16" fmla="*/ 0 w 332"/>
                <a:gd name="T17" fmla="*/ 179 h 282"/>
                <a:gd name="T18" fmla="*/ 38 w 332"/>
                <a:gd name="T19" fmla="*/ 218 h 282"/>
                <a:gd name="T20" fmla="*/ 153 w 332"/>
                <a:gd name="T21" fmla="*/ 218 h 282"/>
                <a:gd name="T22" fmla="*/ 191 w 332"/>
                <a:gd name="T23" fmla="*/ 256 h 282"/>
                <a:gd name="T24" fmla="*/ 191 w 332"/>
                <a:gd name="T25" fmla="*/ 256 h 282"/>
                <a:gd name="T26" fmla="*/ 218 w 332"/>
                <a:gd name="T27" fmla="*/ 267 h 282"/>
                <a:gd name="T28" fmla="*/ 317 w 332"/>
                <a:gd name="T29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2" h="282">
                  <a:moveTo>
                    <a:pt x="317" y="168"/>
                  </a:moveTo>
                  <a:cubicBezTo>
                    <a:pt x="332" y="153"/>
                    <a:pt x="332" y="129"/>
                    <a:pt x="317" y="114"/>
                  </a:cubicBezTo>
                  <a:cubicBezTo>
                    <a:pt x="218" y="15"/>
                    <a:pt x="218" y="15"/>
                    <a:pt x="218" y="15"/>
                  </a:cubicBezTo>
                  <a:cubicBezTo>
                    <a:pt x="203" y="0"/>
                    <a:pt x="191" y="5"/>
                    <a:pt x="191" y="26"/>
                  </a:cubicBezTo>
                  <a:cubicBezTo>
                    <a:pt x="191" y="26"/>
                    <a:pt x="191" y="26"/>
                    <a:pt x="191" y="26"/>
                  </a:cubicBezTo>
                  <a:cubicBezTo>
                    <a:pt x="191" y="47"/>
                    <a:pt x="174" y="65"/>
                    <a:pt x="153" y="65"/>
                  </a:cubicBezTo>
                  <a:cubicBezTo>
                    <a:pt x="38" y="65"/>
                    <a:pt x="38" y="65"/>
                    <a:pt x="38" y="65"/>
                  </a:cubicBezTo>
                  <a:cubicBezTo>
                    <a:pt x="17" y="65"/>
                    <a:pt x="0" y="82"/>
                    <a:pt x="0" y="103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00"/>
                    <a:pt x="17" y="218"/>
                    <a:pt x="38" y="218"/>
                  </a:cubicBezTo>
                  <a:cubicBezTo>
                    <a:pt x="153" y="218"/>
                    <a:pt x="153" y="218"/>
                    <a:pt x="153" y="218"/>
                  </a:cubicBezTo>
                  <a:cubicBezTo>
                    <a:pt x="174" y="218"/>
                    <a:pt x="191" y="235"/>
                    <a:pt x="191" y="256"/>
                  </a:cubicBezTo>
                  <a:cubicBezTo>
                    <a:pt x="191" y="256"/>
                    <a:pt x="191" y="256"/>
                    <a:pt x="191" y="256"/>
                  </a:cubicBezTo>
                  <a:cubicBezTo>
                    <a:pt x="191" y="277"/>
                    <a:pt x="203" y="282"/>
                    <a:pt x="218" y="267"/>
                  </a:cubicBezTo>
                  <a:lnTo>
                    <a:pt x="317" y="16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íṩľíḍè-Freeform: Shape 2">
              <a:extLst>
                <a:ext uri="{FF2B5EF4-FFF2-40B4-BE49-F238E27FC236}">
                  <a16:creationId xmlns="" xmlns:a16="http://schemas.microsoft.com/office/drawing/2014/main" id="{0930C1FE-1307-4DC5-A286-A4947F670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2885" y="2733460"/>
              <a:ext cx="980830" cy="1281802"/>
            </a:xfrm>
            <a:custGeom>
              <a:avLst/>
              <a:gdLst>
                <a:gd name="T0" fmla="*/ 0 w 118"/>
                <a:gd name="T1" fmla="*/ 38 h 153"/>
                <a:gd name="T2" fmla="*/ 0 w 118"/>
                <a:gd name="T3" fmla="*/ 114 h 153"/>
                <a:gd name="T4" fmla="*/ 38 w 118"/>
                <a:gd name="T5" fmla="*/ 153 h 153"/>
                <a:gd name="T6" fmla="*/ 54 w 118"/>
                <a:gd name="T7" fmla="*/ 153 h 153"/>
                <a:gd name="T8" fmla="*/ 103 w 118"/>
                <a:gd name="T9" fmla="*/ 103 h 153"/>
                <a:gd name="T10" fmla="*/ 103 w 118"/>
                <a:gd name="T11" fmla="*/ 49 h 153"/>
                <a:gd name="T12" fmla="*/ 54 w 118"/>
                <a:gd name="T13" fmla="*/ 0 h 153"/>
                <a:gd name="T14" fmla="*/ 38 w 118"/>
                <a:gd name="T15" fmla="*/ 0 h 153"/>
                <a:gd name="T16" fmla="*/ 0 w 118"/>
                <a:gd name="T17" fmla="*/ 38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153">
                  <a:moveTo>
                    <a:pt x="0" y="38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0" y="135"/>
                    <a:pt x="17" y="153"/>
                    <a:pt x="38" y="153"/>
                  </a:cubicBezTo>
                  <a:cubicBezTo>
                    <a:pt x="54" y="153"/>
                    <a:pt x="54" y="153"/>
                    <a:pt x="54" y="153"/>
                  </a:cubicBezTo>
                  <a:cubicBezTo>
                    <a:pt x="103" y="103"/>
                    <a:pt x="103" y="103"/>
                    <a:pt x="103" y="103"/>
                  </a:cubicBezTo>
                  <a:cubicBezTo>
                    <a:pt x="118" y="88"/>
                    <a:pt x="118" y="64"/>
                    <a:pt x="103" y="49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7" y="0"/>
                    <a:pt x="0" y="17"/>
                    <a:pt x="0" y="38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íṩľíḍè-Freeform: Shape 3">
              <a:extLst>
                <a:ext uri="{FF2B5EF4-FFF2-40B4-BE49-F238E27FC236}">
                  <a16:creationId xmlns="" xmlns:a16="http://schemas.microsoft.com/office/drawing/2014/main" id="{CC1EADD1-3C6B-46AC-95D9-478F4A622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3167" y="2189572"/>
              <a:ext cx="2757629" cy="2361937"/>
            </a:xfrm>
            <a:custGeom>
              <a:avLst/>
              <a:gdLst>
                <a:gd name="T0" fmla="*/ 317 w 332"/>
                <a:gd name="T1" fmla="*/ 168 h 282"/>
                <a:gd name="T2" fmla="*/ 317 w 332"/>
                <a:gd name="T3" fmla="*/ 114 h 282"/>
                <a:gd name="T4" fmla="*/ 219 w 332"/>
                <a:gd name="T5" fmla="*/ 15 h 282"/>
                <a:gd name="T6" fmla="*/ 191 w 332"/>
                <a:gd name="T7" fmla="*/ 26 h 282"/>
                <a:gd name="T8" fmla="*/ 191 w 332"/>
                <a:gd name="T9" fmla="*/ 26 h 282"/>
                <a:gd name="T10" fmla="*/ 153 w 332"/>
                <a:gd name="T11" fmla="*/ 65 h 282"/>
                <a:gd name="T12" fmla="*/ 39 w 332"/>
                <a:gd name="T13" fmla="*/ 65 h 282"/>
                <a:gd name="T14" fmla="*/ 0 w 332"/>
                <a:gd name="T15" fmla="*/ 103 h 282"/>
                <a:gd name="T16" fmla="*/ 0 w 332"/>
                <a:gd name="T17" fmla="*/ 179 h 282"/>
                <a:gd name="T18" fmla="*/ 39 w 332"/>
                <a:gd name="T19" fmla="*/ 218 h 282"/>
                <a:gd name="T20" fmla="*/ 153 w 332"/>
                <a:gd name="T21" fmla="*/ 218 h 282"/>
                <a:gd name="T22" fmla="*/ 191 w 332"/>
                <a:gd name="T23" fmla="*/ 256 h 282"/>
                <a:gd name="T24" fmla="*/ 191 w 332"/>
                <a:gd name="T25" fmla="*/ 256 h 282"/>
                <a:gd name="T26" fmla="*/ 219 w 332"/>
                <a:gd name="T27" fmla="*/ 267 h 282"/>
                <a:gd name="T28" fmla="*/ 317 w 332"/>
                <a:gd name="T29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2" h="282">
                  <a:moveTo>
                    <a:pt x="317" y="168"/>
                  </a:moveTo>
                  <a:cubicBezTo>
                    <a:pt x="332" y="153"/>
                    <a:pt x="332" y="129"/>
                    <a:pt x="317" y="114"/>
                  </a:cubicBezTo>
                  <a:cubicBezTo>
                    <a:pt x="219" y="15"/>
                    <a:pt x="219" y="15"/>
                    <a:pt x="219" y="15"/>
                  </a:cubicBezTo>
                  <a:cubicBezTo>
                    <a:pt x="204" y="0"/>
                    <a:pt x="191" y="5"/>
                    <a:pt x="191" y="26"/>
                  </a:cubicBezTo>
                  <a:cubicBezTo>
                    <a:pt x="191" y="26"/>
                    <a:pt x="191" y="26"/>
                    <a:pt x="191" y="26"/>
                  </a:cubicBezTo>
                  <a:cubicBezTo>
                    <a:pt x="191" y="47"/>
                    <a:pt x="174" y="65"/>
                    <a:pt x="153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18" y="65"/>
                    <a:pt x="0" y="82"/>
                    <a:pt x="0" y="103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00"/>
                    <a:pt x="18" y="218"/>
                    <a:pt x="39" y="218"/>
                  </a:cubicBezTo>
                  <a:cubicBezTo>
                    <a:pt x="153" y="218"/>
                    <a:pt x="153" y="218"/>
                    <a:pt x="153" y="218"/>
                  </a:cubicBezTo>
                  <a:cubicBezTo>
                    <a:pt x="174" y="218"/>
                    <a:pt x="191" y="235"/>
                    <a:pt x="191" y="256"/>
                  </a:cubicBezTo>
                  <a:cubicBezTo>
                    <a:pt x="191" y="256"/>
                    <a:pt x="191" y="256"/>
                    <a:pt x="191" y="256"/>
                  </a:cubicBezTo>
                  <a:cubicBezTo>
                    <a:pt x="191" y="277"/>
                    <a:pt x="204" y="282"/>
                    <a:pt x="219" y="267"/>
                  </a:cubicBezTo>
                  <a:lnTo>
                    <a:pt x="317" y="168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íṩľíḍè-Freeform: Shape 4">
              <a:extLst>
                <a:ext uri="{FF2B5EF4-FFF2-40B4-BE49-F238E27FC236}">
                  <a16:creationId xmlns="" xmlns:a16="http://schemas.microsoft.com/office/drawing/2014/main" id="{9DA10CD8-7645-41F3-9769-1579AD106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3167" y="2733460"/>
              <a:ext cx="988469" cy="1281802"/>
            </a:xfrm>
            <a:custGeom>
              <a:avLst/>
              <a:gdLst>
                <a:gd name="T0" fmla="*/ 0 w 119"/>
                <a:gd name="T1" fmla="*/ 38 h 153"/>
                <a:gd name="T2" fmla="*/ 0 w 119"/>
                <a:gd name="T3" fmla="*/ 114 h 153"/>
                <a:gd name="T4" fmla="*/ 39 w 119"/>
                <a:gd name="T5" fmla="*/ 153 h 153"/>
                <a:gd name="T6" fmla="*/ 54 w 119"/>
                <a:gd name="T7" fmla="*/ 153 h 153"/>
                <a:gd name="T8" fmla="*/ 104 w 119"/>
                <a:gd name="T9" fmla="*/ 103 h 153"/>
                <a:gd name="T10" fmla="*/ 104 w 119"/>
                <a:gd name="T11" fmla="*/ 49 h 153"/>
                <a:gd name="T12" fmla="*/ 54 w 119"/>
                <a:gd name="T13" fmla="*/ 0 h 153"/>
                <a:gd name="T14" fmla="*/ 39 w 119"/>
                <a:gd name="T15" fmla="*/ 0 h 153"/>
                <a:gd name="T16" fmla="*/ 0 w 119"/>
                <a:gd name="T17" fmla="*/ 38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153">
                  <a:moveTo>
                    <a:pt x="0" y="38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0" y="135"/>
                    <a:pt x="18" y="153"/>
                    <a:pt x="39" y="153"/>
                  </a:cubicBezTo>
                  <a:cubicBezTo>
                    <a:pt x="54" y="153"/>
                    <a:pt x="54" y="153"/>
                    <a:pt x="54" y="153"/>
                  </a:cubicBezTo>
                  <a:cubicBezTo>
                    <a:pt x="104" y="103"/>
                    <a:pt x="104" y="103"/>
                    <a:pt x="104" y="103"/>
                  </a:cubicBezTo>
                  <a:cubicBezTo>
                    <a:pt x="119" y="88"/>
                    <a:pt x="119" y="64"/>
                    <a:pt x="104" y="49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8" y="0"/>
                    <a:pt x="0" y="17"/>
                    <a:pt x="0" y="38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íṩľíḍè-Freeform: Shape 5">
              <a:extLst>
                <a:ext uri="{FF2B5EF4-FFF2-40B4-BE49-F238E27FC236}">
                  <a16:creationId xmlns="" xmlns:a16="http://schemas.microsoft.com/office/drawing/2014/main" id="{9BFADC25-3BC4-4037-A3A2-0498A9234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091" y="2189572"/>
              <a:ext cx="2757629" cy="2361937"/>
            </a:xfrm>
            <a:custGeom>
              <a:avLst/>
              <a:gdLst>
                <a:gd name="T0" fmla="*/ 317 w 332"/>
                <a:gd name="T1" fmla="*/ 168 h 282"/>
                <a:gd name="T2" fmla="*/ 317 w 332"/>
                <a:gd name="T3" fmla="*/ 114 h 282"/>
                <a:gd name="T4" fmla="*/ 218 w 332"/>
                <a:gd name="T5" fmla="*/ 15 h 282"/>
                <a:gd name="T6" fmla="*/ 191 w 332"/>
                <a:gd name="T7" fmla="*/ 26 h 282"/>
                <a:gd name="T8" fmla="*/ 191 w 332"/>
                <a:gd name="T9" fmla="*/ 26 h 282"/>
                <a:gd name="T10" fmla="*/ 153 w 332"/>
                <a:gd name="T11" fmla="*/ 65 h 282"/>
                <a:gd name="T12" fmla="*/ 38 w 332"/>
                <a:gd name="T13" fmla="*/ 65 h 282"/>
                <a:gd name="T14" fmla="*/ 0 w 332"/>
                <a:gd name="T15" fmla="*/ 103 h 282"/>
                <a:gd name="T16" fmla="*/ 0 w 332"/>
                <a:gd name="T17" fmla="*/ 179 h 282"/>
                <a:gd name="T18" fmla="*/ 38 w 332"/>
                <a:gd name="T19" fmla="*/ 218 h 282"/>
                <a:gd name="T20" fmla="*/ 153 w 332"/>
                <a:gd name="T21" fmla="*/ 218 h 282"/>
                <a:gd name="T22" fmla="*/ 191 w 332"/>
                <a:gd name="T23" fmla="*/ 256 h 282"/>
                <a:gd name="T24" fmla="*/ 191 w 332"/>
                <a:gd name="T25" fmla="*/ 256 h 282"/>
                <a:gd name="T26" fmla="*/ 218 w 332"/>
                <a:gd name="T27" fmla="*/ 267 h 282"/>
                <a:gd name="T28" fmla="*/ 317 w 332"/>
                <a:gd name="T29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2" h="282">
                  <a:moveTo>
                    <a:pt x="317" y="168"/>
                  </a:moveTo>
                  <a:cubicBezTo>
                    <a:pt x="332" y="153"/>
                    <a:pt x="332" y="129"/>
                    <a:pt x="317" y="114"/>
                  </a:cubicBezTo>
                  <a:cubicBezTo>
                    <a:pt x="218" y="15"/>
                    <a:pt x="218" y="15"/>
                    <a:pt x="218" y="15"/>
                  </a:cubicBezTo>
                  <a:cubicBezTo>
                    <a:pt x="203" y="0"/>
                    <a:pt x="191" y="5"/>
                    <a:pt x="191" y="26"/>
                  </a:cubicBezTo>
                  <a:cubicBezTo>
                    <a:pt x="191" y="26"/>
                    <a:pt x="191" y="26"/>
                    <a:pt x="191" y="26"/>
                  </a:cubicBezTo>
                  <a:cubicBezTo>
                    <a:pt x="191" y="47"/>
                    <a:pt x="174" y="65"/>
                    <a:pt x="153" y="65"/>
                  </a:cubicBezTo>
                  <a:cubicBezTo>
                    <a:pt x="38" y="65"/>
                    <a:pt x="38" y="65"/>
                    <a:pt x="38" y="65"/>
                  </a:cubicBezTo>
                  <a:cubicBezTo>
                    <a:pt x="17" y="65"/>
                    <a:pt x="0" y="82"/>
                    <a:pt x="0" y="103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00"/>
                    <a:pt x="17" y="218"/>
                    <a:pt x="38" y="218"/>
                  </a:cubicBezTo>
                  <a:cubicBezTo>
                    <a:pt x="153" y="218"/>
                    <a:pt x="153" y="218"/>
                    <a:pt x="153" y="218"/>
                  </a:cubicBezTo>
                  <a:cubicBezTo>
                    <a:pt x="174" y="218"/>
                    <a:pt x="191" y="235"/>
                    <a:pt x="191" y="256"/>
                  </a:cubicBezTo>
                  <a:cubicBezTo>
                    <a:pt x="191" y="256"/>
                    <a:pt x="191" y="256"/>
                    <a:pt x="191" y="256"/>
                  </a:cubicBezTo>
                  <a:cubicBezTo>
                    <a:pt x="191" y="277"/>
                    <a:pt x="203" y="282"/>
                    <a:pt x="218" y="267"/>
                  </a:cubicBezTo>
                  <a:lnTo>
                    <a:pt x="317" y="16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íṩľíḍè-Freeform: Shape 6">
              <a:extLst>
                <a:ext uri="{FF2B5EF4-FFF2-40B4-BE49-F238E27FC236}">
                  <a16:creationId xmlns="" xmlns:a16="http://schemas.microsoft.com/office/drawing/2014/main" id="{62C3AAF6-3D06-4B84-A8FE-3A63C95DC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091" y="2733460"/>
              <a:ext cx="979302" cy="1281802"/>
            </a:xfrm>
            <a:custGeom>
              <a:avLst/>
              <a:gdLst>
                <a:gd name="T0" fmla="*/ 0 w 118"/>
                <a:gd name="T1" fmla="*/ 38 h 153"/>
                <a:gd name="T2" fmla="*/ 0 w 118"/>
                <a:gd name="T3" fmla="*/ 114 h 153"/>
                <a:gd name="T4" fmla="*/ 38 w 118"/>
                <a:gd name="T5" fmla="*/ 153 h 153"/>
                <a:gd name="T6" fmla="*/ 54 w 118"/>
                <a:gd name="T7" fmla="*/ 153 h 153"/>
                <a:gd name="T8" fmla="*/ 103 w 118"/>
                <a:gd name="T9" fmla="*/ 103 h 153"/>
                <a:gd name="T10" fmla="*/ 103 w 118"/>
                <a:gd name="T11" fmla="*/ 49 h 153"/>
                <a:gd name="T12" fmla="*/ 54 w 118"/>
                <a:gd name="T13" fmla="*/ 0 h 153"/>
                <a:gd name="T14" fmla="*/ 38 w 118"/>
                <a:gd name="T15" fmla="*/ 0 h 153"/>
                <a:gd name="T16" fmla="*/ 0 w 118"/>
                <a:gd name="T17" fmla="*/ 38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153">
                  <a:moveTo>
                    <a:pt x="0" y="38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0" y="135"/>
                    <a:pt x="17" y="153"/>
                    <a:pt x="38" y="153"/>
                  </a:cubicBezTo>
                  <a:cubicBezTo>
                    <a:pt x="54" y="153"/>
                    <a:pt x="54" y="153"/>
                    <a:pt x="54" y="153"/>
                  </a:cubicBezTo>
                  <a:cubicBezTo>
                    <a:pt x="103" y="103"/>
                    <a:pt x="103" y="103"/>
                    <a:pt x="103" y="103"/>
                  </a:cubicBezTo>
                  <a:cubicBezTo>
                    <a:pt x="118" y="88"/>
                    <a:pt x="118" y="64"/>
                    <a:pt x="103" y="49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7" y="0"/>
                    <a:pt x="0" y="17"/>
                    <a:pt x="0" y="38"/>
                  </a:cubicBezTo>
                  <a:close/>
                </a:path>
              </a:pathLst>
            </a:custGeom>
            <a:solidFill>
              <a:schemeClr val="accent3">
                <a:lumMod val="75000"/>
                <a:alpha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íṩľíḍè-Freeform: Shape 7">
              <a:extLst>
                <a:ext uri="{FF2B5EF4-FFF2-40B4-BE49-F238E27FC236}">
                  <a16:creationId xmlns="" xmlns:a16="http://schemas.microsoft.com/office/drawing/2014/main" id="{E81E8F05-DF1E-42B6-A68C-23FC33209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9844" y="2192759"/>
              <a:ext cx="2757629" cy="2361936"/>
            </a:xfrm>
            <a:custGeom>
              <a:avLst/>
              <a:gdLst>
                <a:gd name="T0" fmla="*/ 318 w 332"/>
                <a:gd name="T1" fmla="*/ 168 h 282"/>
                <a:gd name="T2" fmla="*/ 318 w 332"/>
                <a:gd name="T3" fmla="*/ 114 h 282"/>
                <a:gd name="T4" fmla="*/ 219 w 332"/>
                <a:gd name="T5" fmla="*/ 15 h 282"/>
                <a:gd name="T6" fmla="*/ 192 w 332"/>
                <a:gd name="T7" fmla="*/ 26 h 282"/>
                <a:gd name="T8" fmla="*/ 192 w 332"/>
                <a:gd name="T9" fmla="*/ 26 h 282"/>
                <a:gd name="T10" fmla="*/ 153 w 332"/>
                <a:gd name="T11" fmla="*/ 65 h 282"/>
                <a:gd name="T12" fmla="*/ 39 w 332"/>
                <a:gd name="T13" fmla="*/ 65 h 282"/>
                <a:gd name="T14" fmla="*/ 0 w 332"/>
                <a:gd name="T15" fmla="*/ 103 h 282"/>
                <a:gd name="T16" fmla="*/ 0 w 332"/>
                <a:gd name="T17" fmla="*/ 179 h 282"/>
                <a:gd name="T18" fmla="*/ 39 w 332"/>
                <a:gd name="T19" fmla="*/ 218 h 282"/>
                <a:gd name="T20" fmla="*/ 153 w 332"/>
                <a:gd name="T21" fmla="*/ 218 h 282"/>
                <a:gd name="T22" fmla="*/ 192 w 332"/>
                <a:gd name="T23" fmla="*/ 256 h 282"/>
                <a:gd name="T24" fmla="*/ 192 w 332"/>
                <a:gd name="T25" fmla="*/ 256 h 282"/>
                <a:gd name="T26" fmla="*/ 219 w 332"/>
                <a:gd name="T27" fmla="*/ 267 h 282"/>
                <a:gd name="T28" fmla="*/ 318 w 332"/>
                <a:gd name="T29" fmla="*/ 16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2" h="282">
                  <a:moveTo>
                    <a:pt x="318" y="168"/>
                  </a:moveTo>
                  <a:cubicBezTo>
                    <a:pt x="332" y="153"/>
                    <a:pt x="332" y="129"/>
                    <a:pt x="318" y="114"/>
                  </a:cubicBezTo>
                  <a:cubicBezTo>
                    <a:pt x="219" y="15"/>
                    <a:pt x="219" y="15"/>
                    <a:pt x="219" y="15"/>
                  </a:cubicBezTo>
                  <a:cubicBezTo>
                    <a:pt x="204" y="0"/>
                    <a:pt x="192" y="5"/>
                    <a:pt x="192" y="26"/>
                  </a:cubicBezTo>
                  <a:cubicBezTo>
                    <a:pt x="192" y="26"/>
                    <a:pt x="192" y="26"/>
                    <a:pt x="192" y="26"/>
                  </a:cubicBezTo>
                  <a:cubicBezTo>
                    <a:pt x="192" y="47"/>
                    <a:pt x="174" y="65"/>
                    <a:pt x="153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18" y="65"/>
                    <a:pt x="0" y="82"/>
                    <a:pt x="0" y="103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200"/>
                    <a:pt x="18" y="218"/>
                    <a:pt x="39" y="218"/>
                  </a:cubicBezTo>
                  <a:cubicBezTo>
                    <a:pt x="153" y="218"/>
                    <a:pt x="153" y="218"/>
                    <a:pt x="153" y="218"/>
                  </a:cubicBezTo>
                  <a:cubicBezTo>
                    <a:pt x="174" y="218"/>
                    <a:pt x="192" y="235"/>
                    <a:pt x="192" y="256"/>
                  </a:cubicBezTo>
                  <a:cubicBezTo>
                    <a:pt x="192" y="256"/>
                    <a:pt x="192" y="256"/>
                    <a:pt x="192" y="256"/>
                  </a:cubicBezTo>
                  <a:cubicBezTo>
                    <a:pt x="192" y="277"/>
                    <a:pt x="204" y="282"/>
                    <a:pt x="219" y="267"/>
                  </a:cubicBezTo>
                  <a:lnTo>
                    <a:pt x="318" y="168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íṩľíḍè-Freeform: Shape 8">
              <a:extLst>
                <a:ext uri="{FF2B5EF4-FFF2-40B4-BE49-F238E27FC236}">
                  <a16:creationId xmlns="" xmlns:a16="http://schemas.microsoft.com/office/drawing/2014/main" id="{C95EC365-A713-4ED4-80DB-EC2BBB37F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9844" y="2736645"/>
              <a:ext cx="988469" cy="1281801"/>
            </a:xfrm>
            <a:custGeom>
              <a:avLst/>
              <a:gdLst>
                <a:gd name="T0" fmla="*/ 0 w 119"/>
                <a:gd name="T1" fmla="*/ 38 h 153"/>
                <a:gd name="T2" fmla="*/ 0 w 119"/>
                <a:gd name="T3" fmla="*/ 114 h 153"/>
                <a:gd name="T4" fmla="*/ 39 w 119"/>
                <a:gd name="T5" fmla="*/ 153 h 153"/>
                <a:gd name="T6" fmla="*/ 55 w 119"/>
                <a:gd name="T7" fmla="*/ 153 h 153"/>
                <a:gd name="T8" fmla="*/ 104 w 119"/>
                <a:gd name="T9" fmla="*/ 103 h 153"/>
                <a:gd name="T10" fmla="*/ 104 w 119"/>
                <a:gd name="T11" fmla="*/ 49 h 153"/>
                <a:gd name="T12" fmla="*/ 55 w 119"/>
                <a:gd name="T13" fmla="*/ 0 h 153"/>
                <a:gd name="T14" fmla="*/ 39 w 119"/>
                <a:gd name="T15" fmla="*/ 0 h 153"/>
                <a:gd name="T16" fmla="*/ 0 w 119"/>
                <a:gd name="T17" fmla="*/ 38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153">
                  <a:moveTo>
                    <a:pt x="0" y="38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0" y="135"/>
                    <a:pt x="18" y="153"/>
                    <a:pt x="39" y="153"/>
                  </a:cubicBezTo>
                  <a:cubicBezTo>
                    <a:pt x="55" y="153"/>
                    <a:pt x="55" y="153"/>
                    <a:pt x="55" y="153"/>
                  </a:cubicBezTo>
                  <a:cubicBezTo>
                    <a:pt x="104" y="103"/>
                    <a:pt x="104" y="103"/>
                    <a:pt x="104" y="103"/>
                  </a:cubicBezTo>
                  <a:cubicBezTo>
                    <a:pt x="119" y="88"/>
                    <a:pt x="119" y="64"/>
                    <a:pt x="104" y="49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8" y="0"/>
                    <a:pt x="0" y="17"/>
                    <a:pt x="0" y="38"/>
                  </a:cubicBezTo>
                  <a:close/>
                </a:path>
              </a:pathLst>
            </a:custGeom>
            <a:solidFill>
              <a:schemeClr val="accent2">
                <a:lumMod val="50000"/>
                <a:alpha val="2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íṩľíḍè-Freeform: Shape 9">
              <a:extLst>
                <a:ext uri="{FF2B5EF4-FFF2-40B4-BE49-F238E27FC236}">
                  <a16:creationId xmlns="" xmlns:a16="http://schemas.microsoft.com/office/drawing/2014/main" id="{B0457C92-E8F6-47EA-A3C4-5F25A957C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484" y="2242663"/>
              <a:ext cx="2412765" cy="2255755"/>
            </a:xfrm>
            <a:custGeom>
              <a:avLst/>
              <a:gdLst>
                <a:gd name="connsiteX0" fmla="*/ 1424916 w 2507091"/>
                <a:gd name="connsiteY0" fmla="*/ 112 h 2343942"/>
                <a:gd name="connsiteX1" fmla="*/ 1555542 w 2507091"/>
                <a:gd name="connsiteY1" fmla="*/ 75381 h 2343942"/>
                <a:gd name="connsiteX2" fmla="*/ 2409995 w 2507091"/>
                <a:gd name="connsiteY2" fmla="*/ 936988 h 2343942"/>
                <a:gd name="connsiteX3" fmla="*/ 2409995 w 2507091"/>
                <a:gd name="connsiteY3" fmla="*/ 1406955 h 2343942"/>
                <a:gd name="connsiteX4" fmla="*/ 1555542 w 2507091"/>
                <a:gd name="connsiteY4" fmla="*/ 2268563 h 2343942"/>
                <a:gd name="connsiteX5" fmla="*/ 1322510 w 2507091"/>
                <a:gd name="connsiteY5" fmla="*/ 2172828 h 2343942"/>
                <a:gd name="connsiteX6" fmla="*/ 994538 w 2507091"/>
                <a:gd name="connsiteY6" fmla="*/ 1842111 h 2343942"/>
                <a:gd name="connsiteX7" fmla="*/ 1992 w 2507091"/>
                <a:gd name="connsiteY7" fmla="*/ 1842111 h 2343942"/>
                <a:gd name="connsiteX8" fmla="*/ 0 w 2507091"/>
                <a:gd name="connsiteY8" fmla="*/ 1841897 h 2343942"/>
                <a:gd name="connsiteX9" fmla="*/ 8587 w 2507091"/>
                <a:gd name="connsiteY9" fmla="*/ 1841897 h 2343942"/>
                <a:gd name="connsiteX10" fmla="*/ 66848 w 2507091"/>
                <a:gd name="connsiteY10" fmla="*/ 1841897 h 2343942"/>
                <a:gd name="connsiteX11" fmla="*/ 489776 w 2507091"/>
                <a:gd name="connsiteY11" fmla="*/ 1406631 h 2343942"/>
                <a:gd name="connsiteX12" fmla="*/ 489776 w 2507091"/>
                <a:gd name="connsiteY12" fmla="*/ 936545 h 2343942"/>
                <a:gd name="connsiteX13" fmla="*/ 67674 w 2507091"/>
                <a:gd name="connsiteY13" fmla="*/ 510817 h 2343942"/>
                <a:gd name="connsiteX14" fmla="*/ 67395 w 2507091"/>
                <a:gd name="connsiteY14" fmla="*/ 510536 h 2343942"/>
                <a:gd name="connsiteX15" fmla="*/ 85108 w 2507091"/>
                <a:gd name="connsiteY15" fmla="*/ 510536 h 2343942"/>
                <a:gd name="connsiteX16" fmla="*/ 994538 w 2507091"/>
                <a:gd name="connsiteY16" fmla="*/ 510536 h 2343942"/>
                <a:gd name="connsiteX17" fmla="*/ 1322510 w 2507091"/>
                <a:gd name="connsiteY17" fmla="*/ 171115 h 2343942"/>
                <a:gd name="connsiteX18" fmla="*/ 1424916 w 2507091"/>
                <a:gd name="connsiteY18" fmla="*/ 112 h 2343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07091" h="2343942">
                  <a:moveTo>
                    <a:pt x="1424916" y="112"/>
                  </a:moveTo>
                  <a:cubicBezTo>
                    <a:pt x="1462086" y="1948"/>
                    <a:pt x="1506994" y="26426"/>
                    <a:pt x="1555542" y="75381"/>
                  </a:cubicBezTo>
                  <a:cubicBezTo>
                    <a:pt x="1555542" y="75381"/>
                    <a:pt x="1555542" y="75381"/>
                    <a:pt x="2409995" y="936988"/>
                  </a:cubicBezTo>
                  <a:cubicBezTo>
                    <a:pt x="2539457" y="1067534"/>
                    <a:pt x="2539457" y="1276409"/>
                    <a:pt x="2409995" y="1406955"/>
                  </a:cubicBezTo>
                  <a:lnTo>
                    <a:pt x="1555542" y="2268563"/>
                  </a:lnTo>
                  <a:cubicBezTo>
                    <a:pt x="1426080" y="2399109"/>
                    <a:pt x="1322510" y="2355594"/>
                    <a:pt x="1322510" y="2172828"/>
                  </a:cubicBezTo>
                  <a:cubicBezTo>
                    <a:pt x="1322510" y="1990063"/>
                    <a:pt x="1175785" y="1842111"/>
                    <a:pt x="994538" y="1842111"/>
                  </a:cubicBezTo>
                  <a:cubicBezTo>
                    <a:pt x="994538" y="1842111"/>
                    <a:pt x="994538" y="1842111"/>
                    <a:pt x="1992" y="1842111"/>
                  </a:cubicBezTo>
                  <a:lnTo>
                    <a:pt x="0" y="1841897"/>
                  </a:lnTo>
                  <a:lnTo>
                    <a:pt x="8587" y="1841897"/>
                  </a:lnTo>
                  <a:cubicBezTo>
                    <a:pt x="66848" y="1841897"/>
                    <a:pt x="66848" y="1841897"/>
                    <a:pt x="66848" y="1841897"/>
                  </a:cubicBezTo>
                  <a:cubicBezTo>
                    <a:pt x="489776" y="1406631"/>
                    <a:pt x="489776" y="1406631"/>
                    <a:pt x="489776" y="1406631"/>
                  </a:cubicBezTo>
                  <a:cubicBezTo>
                    <a:pt x="619244" y="1276052"/>
                    <a:pt x="619244" y="1067124"/>
                    <a:pt x="489776" y="936545"/>
                  </a:cubicBezTo>
                  <a:cubicBezTo>
                    <a:pt x="119714" y="563304"/>
                    <a:pt x="73456" y="516649"/>
                    <a:pt x="67674" y="510817"/>
                  </a:cubicBezTo>
                  <a:lnTo>
                    <a:pt x="67395" y="510536"/>
                  </a:lnTo>
                  <a:lnTo>
                    <a:pt x="85108" y="510536"/>
                  </a:lnTo>
                  <a:cubicBezTo>
                    <a:pt x="191971" y="510536"/>
                    <a:pt x="436231" y="510536"/>
                    <a:pt x="994538" y="510536"/>
                  </a:cubicBezTo>
                  <a:cubicBezTo>
                    <a:pt x="1175785" y="510536"/>
                    <a:pt x="1322510" y="353880"/>
                    <a:pt x="1322510" y="171115"/>
                  </a:cubicBezTo>
                  <a:cubicBezTo>
                    <a:pt x="1322510" y="56887"/>
                    <a:pt x="1362967" y="-2947"/>
                    <a:pt x="1424916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íṩľíḍè-Oval 10">
              <a:extLst>
                <a:ext uri="{FF2B5EF4-FFF2-40B4-BE49-F238E27FC236}">
                  <a16:creationId xmlns="" xmlns:a16="http://schemas.microsoft.com/office/drawing/2014/main" id="{BDA2AFB8-C5AD-4B12-AB06-0AF78DFC9CEC}"/>
                </a:ext>
              </a:extLst>
            </p:cNvPr>
            <p:cNvSpPr/>
            <p:nvPr/>
          </p:nvSpPr>
          <p:spPr>
            <a:xfrm>
              <a:off x="2001259" y="3046248"/>
              <a:ext cx="648586" cy="64858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íślíḋè-Freeform: Shape 11">
              <a:extLst>
                <a:ext uri="{FF2B5EF4-FFF2-40B4-BE49-F238E27FC236}">
                  <a16:creationId xmlns="" xmlns:a16="http://schemas.microsoft.com/office/drawing/2014/main" id="{CC668C1B-802F-4027-B52C-E72DE2D7E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000" y="3267671"/>
              <a:ext cx="245104" cy="219748"/>
            </a:xfrm>
            <a:custGeom>
              <a:avLst/>
              <a:gdLst>
                <a:gd name="T0" fmla="*/ 116 w 400"/>
                <a:gd name="T1" fmla="*/ 224 h 360"/>
                <a:gd name="T2" fmla="*/ 116 w 400"/>
                <a:gd name="T3" fmla="*/ 100 h 360"/>
                <a:gd name="T4" fmla="*/ 40 w 400"/>
                <a:gd name="T5" fmla="*/ 100 h 360"/>
                <a:gd name="T6" fmla="*/ 0 w 400"/>
                <a:gd name="T7" fmla="*/ 140 h 360"/>
                <a:gd name="T8" fmla="*/ 0 w 400"/>
                <a:gd name="T9" fmla="*/ 260 h 360"/>
                <a:gd name="T10" fmla="*/ 40 w 400"/>
                <a:gd name="T11" fmla="*/ 300 h 360"/>
                <a:gd name="T12" fmla="*/ 60 w 400"/>
                <a:gd name="T13" fmla="*/ 300 h 360"/>
                <a:gd name="T14" fmla="*/ 60 w 400"/>
                <a:gd name="T15" fmla="*/ 360 h 360"/>
                <a:gd name="T16" fmla="*/ 120 w 400"/>
                <a:gd name="T17" fmla="*/ 300 h 360"/>
                <a:gd name="T18" fmla="*/ 220 w 400"/>
                <a:gd name="T19" fmla="*/ 300 h 360"/>
                <a:gd name="T20" fmla="*/ 260 w 400"/>
                <a:gd name="T21" fmla="*/ 260 h 360"/>
                <a:gd name="T22" fmla="*/ 260 w 400"/>
                <a:gd name="T23" fmla="*/ 223 h 360"/>
                <a:gd name="T24" fmla="*/ 256 w 400"/>
                <a:gd name="T25" fmla="*/ 224 h 360"/>
                <a:gd name="T26" fmla="*/ 116 w 400"/>
                <a:gd name="T27" fmla="*/ 224 h 360"/>
                <a:gd name="T28" fmla="*/ 360 w 400"/>
                <a:gd name="T29" fmla="*/ 0 h 360"/>
                <a:gd name="T30" fmla="*/ 180 w 400"/>
                <a:gd name="T31" fmla="*/ 0 h 360"/>
                <a:gd name="T32" fmla="*/ 140 w 400"/>
                <a:gd name="T33" fmla="*/ 40 h 360"/>
                <a:gd name="T34" fmla="*/ 140 w 400"/>
                <a:gd name="T35" fmla="*/ 200 h 360"/>
                <a:gd name="T36" fmla="*/ 280 w 400"/>
                <a:gd name="T37" fmla="*/ 200 h 360"/>
                <a:gd name="T38" fmla="*/ 340 w 400"/>
                <a:gd name="T39" fmla="*/ 260 h 360"/>
                <a:gd name="T40" fmla="*/ 340 w 400"/>
                <a:gd name="T41" fmla="*/ 200 h 360"/>
                <a:gd name="T42" fmla="*/ 360 w 400"/>
                <a:gd name="T43" fmla="*/ 200 h 360"/>
                <a:gd name="T44" fmla="*/ 400 w 400"/>
                <a:gd name="T45" fmla="*/ 160 h 360"/>
                <a:gd name="T46" fmla="*/ 400 w 400"/>
                <a:gd name="T47" fmla="*/ 40 h 360"/>
                <a:gd name="T48" fmla="*/ 360 w 400"/>
                <a:gd name="T49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00" h="360">
                  <a:moveTo>
                    <a:pt x="116" y="224"/>
                  </a:moveTo>
                  <a:cubicBezTo>
                    <a:pt x="116" y="100"/>
                    <a:pt x="116" y="100"/>
                    <a:pt x="116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18" y="100"/>
                    <a:pt x="0" y="118"/>
                    <a:pt x="0" y="140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282"/>
                    <a:pt x="18" y="300"/>
                    <a:pt x="40" y="300"/>
                  </a:cubicBezTo>
                  <a:cubicBezTo>
                    <a:pt x="60" y="300"/>
                    <a:pt x="60" y="300"/>
                    <a:pt x="60" y="300"/>
                  </a:cubicBezTo>
                  <a:cubicBezTo>
                    <a:pt x="60" y="360"/>
                    <a:pt x="60" y="360"/>
                    <a:pt x="60" y="360"/>
                  </a:cubicBezTo>
                  <a:cubicBezTo>
                    <a:pt x="120" y="300"/>
                    <a:pt x="120" y="300"/>
                    <a:pt x="120" y="300"/>
                  </a:cubicBezTo>
                  <a:cubicBezTo>
                    <a:pt x="220" y="300"/>
                    <a:pt x="220" y="300"/>
                    <a:pt x="220" y="300"/>
                  </a:cubicBezTo>
                  <a:cubicBezTo>
                    <a:pt x="242" y="300"/>
                    <a:pt x="260" y="282"/>
                    <a:pt x="260" y="260"/>
                  </a:cubicBezTo>
                  <a:cubicBezTo>
                    <a:pt x="260" y="223"/>
                    <a:pt x="260" y="223"/>
                    <a:pt x="260" y="223"/>
                  </a:cubicBezTo>
                  <a:cubicBezTo>
                    <a:pt x="258" y="224"/>
                    <a:pt x="257" y="224"/>
                    <a:pt x="256" y="224"/>
                  </a:cubicBezTo>
                  <a:lnTo>
                    <a:pt x="116" y="224"/>
                  </a:lnTo>
                  <a:close/>
                  <a:moveTo>
                    <a:pt x="360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158" y="0"/>
                    <a:pt x="140" y="18"/>
                    <a:pt x="140" y="40"/>
                  </a:cubicBezTo>
                  <a:cubicBezTo>
                    <a:pt x="140" y="200"/>
                    <a:pt x="140" y="200"/>
                    <a:pt x="140" y="200"/>
                  </a:cubicBezTo>
                  <a:cubicBezTo>
                    <a:pt x="280" y="200"/>
                    <a:pt x="280" y="200"/>
                    <a:pt x="280" y="200"/>
                  </a:cubicBezTo>
                  <a:cubicBezTo>
                    <a:pt x="340" y="260"/>
                    <a:pt x="340" y="260"/>
                    <a:pt x="340" y="260"/>
                  </a:cubicBezTo>
                  <a:cubicBezTo>
                    <a:pt x="340" y="200"/>
                    <a:pt x="340" y="200"/>
                    <a:pt x="340" y="200"/>
                  </a:cubicBezTo>
                  <a:cubicBezTo>
                    <a:pt x="360" y="200"/>
                    <a:pt x="360" y="200"/>
                    <a:pt x="360" y="200"/>
                  </a:cubicBezTo>
                  <a:cubicBezTo>
                    <a:pt x="382" y="200"/>
                    <a:pt x="400" y="182"/>
                    <a:pt x="400" y="160"/>
                  </a:cubicBezTo>
                  <a:cubicBezTo>
                    <a:pt x="400" y="40"/>
                    <a:pt x="400" y="40"/>
                    <a:pt x="400" y="40"/>
                  </a:cubicBezTo>
                  <a:cubicBezTo>
                    <a:pt x="400" y="18"/>
                    <a:pt x="382" y="0"/>
                    <a:pt x="3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íślíḋè-Oval 12">
              <a:extLst>
                <a:ext uri="{FF2B5EF4-FFF2-40B4-BE49-F238E27FC236}">
                  <a16:creationId xmlns="" xmlns:a16="http://schemas.microsoft.com/office/drawing/2014/main" id="{CA39753E-3615-462F-BFA2-7E21DB65B3B0}"/>
                </a:ext>
              </a:extLst>
            </p:cNvPr>
            <p:cNvSpPr/>
            <p:nvPr/>
          </p:nvSpPr>
          <p:spPr>
            <a:xfrm>
              <a:off x="3913912" y="3046248"/>
              <a:ext cx="648586" cy="64858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íślíḋè-Freeform: Shape 13">
              <a:extLst>
                <a:ext uri="{FF2B5EF4-FFF2-40B4-BE49-F238E27FC236}">
                  <a16:creationId xmlns="" xmlns:a16="http://schemas.microsoft.com/office/drawing/2014/main" id="{8BF70AEB-B105-4495-9A31-D8ACB143B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597" y="3254328"/>
              <a:ext cx="247217" cy="232427"/>
            </a:xfrm>
            <a:custGeom>
              <a:avLst/>
              <a:gdLst>
                <a:gd name="T0" fmla="*/ 344 w 402"/>
                <a:gd name="T1" fmla="*/ 125 h 382"/>
                <a:gd name="T2" fmla="*/ 303 w 402"/>
                <a:gd name="T3" fmla="*/ 13 h 382"/>
                <a:gd name="T4" fmla="*/ 284 w 402"/>
                <a:gd name="T5" fmla="*/ 3 h 382"/>
                <a:gd name="T6" fmla="*/ 12 w 402"/>
                <a:gd name="T7" fmla="*/ 102 h 382"/>
                <a:gd name="T8" fmla="*/ 3 w 402"/>
                <a:gd name="T9" fmla="*/ 122 h 382"/>
                <a:gd name="T10" fmla="*/ 46 w 402"/>
                <a:gd name="T11" fmla="*/ 241 h 382"/>
                <a:gd name="T12" fmla="*/ 46 w 402"/>
                <a:gd name="T13" fmla="*/ 177 h 382"/>
                <a:gd name="T14" fmla="*/ 97 w 402"/>
                <a:gd name="T15" fmla="*/ 125 h 382"/>
                <a:gd name="T16" fmla="*/ 169 w 402"/>
                <a:gd name="T17" fmla="*/ 125 h 382"/>
                <a:gd name="T18" fmla="*/ 255 w 402"/>
                <a:gd name="T19" fmla="*/ 65 h 382"/>
                <a:gd name="T20" fmla="*/ 304 w 402"/>
                <a:gd name="T21" fmla="*/ 125 h 382"/>
                <a:gd name="T22" fmla="*/ 344 w 402"/>
                <a:gd name="T23" fmla="*/ 125 h 382"/>
                <a:gd name="T24" fmla="*/ 387 w 402"/>
                <a:gd name="T25" fmla="*/ 161 h 382"/>
                <a:gd name="T26" fmla="*/ 97 w 402"/>
                <a:gd name="T27" fmla="*/ 161 h 382"/>
                <a:gd name="T28" fmla="*/ 82 w 402"/>
                <a:gd name="T29" fmla="*/ 177 h 382"/>
                <a:gd name="T30" fmla="*/ 82 w 402"/>
                <a:gd name="T31" fmla="*/ 366 h 382"/>
                <a:gd name="T32" fmla="*/ 97 w 402"/>
                <a:gd name="T33" fmla="*/ 382 h 382"/>
                <a:gd name="T34" fmla="*/ 387 w 402"/>
                <a:gd name="T35" fmla="*/ 382 h 382"/>
                <a:gd name="T36" fmla="*/ 402 w 402"/>
                <a:gd name="T37" fmla="*/ 366 h 382"/>
                <a:gd name="T38" fmla="*/ 402 w 402"/>
                <a:gd name="T39" fmla="*/ 177 h 382"/>
                <a:gd name="T40" fmla="*/ 387 w 402"/>
                <a:gd name="T41" fmla="*/ 161 h 382"/>
                <a:gd name="T42" fmla="*/ 364 w 402"/>
                <a:gd name="T43" fmla="*/ 342 h 382"/>
                <a:gd name="T44" fmla="*/ 125 w 402"/>
                <a:gd name="T45" fmla="*/ 342 h 382"/>
                <a:gd name="T46" fmla="*/ 125 w 402"/>
                <a:gd name="T47" fmla="*/ 307 h 382"/>
                <a:gd name="T48" fmla="*/ 161 w 402"/>
                <a:gd name="T49" fmla="*/ 222 h 382"/>
                <a:gd name="T50" fmla="*/ 217 w 402"/>
                <a:gd name="T51" fmla="*/ 290 h 382"/>
                <a:gd name="T52" fmla="*/ 269 w 402"/>
                <a:gd name="T53" fmla="*/ 237 h 382"/>
                <a:gd name="T54" fmla="*/ 336 w 402"/>
                <a:gd name="T55" fmla="*/ 213 h 382"/>
                <a:gd name="T56" fmla="*/ 364 w 402"/>
                <a:gd name="T57" fmla="*/ 277 h 382"/>
                <a:gd name="T58" fmla="*/ 364 w 402"/>
                <a:gd name="T59" fmla="*/ 342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02" h="382">
                  <a:moveTo>
                    <a:pt x="344" y="125"/>
                  </a:moveTo>
                  <a:cubicBezTo>
                    <a:pt x="303" y="13"/>
                    <a:pt x="303" y="13"/>
                    <a:pt x="303" y="13"/>
                  </a:cubicBezTo>
                  <a:cubicBezTo>
                    <a:pt x="300" y="4"/>
                    <a:pt x="291" y="0"/>
                    <a:pt x="284" y="3"/>
                  </a:cubicBezTo>
                  <a:cubicBezTo>
                    <a:pt x="12" y="102"/>
                    <a:pt x="12" y="102"/>
                    <a:pt x="12" y="102"/>
                  </a:cubicBezTo>
                  <a:cubicBezTo>
                    <a:pt x="4" y="105"/>
                    <a:pt x="0" y="114"/>
                    <a:pt x="3" y="122"/>
                  </a:cubicBezTo>
                  <a:cubicBezTo>
                    <a:pt x="46" y="241"/>
                    <a:pt x="46" y="241"/>
                    <a:pt x="46" y="241"/>
                  </a:cubicBezTo>
                  <a:cubicBezTo>
                    <a:pt x="46" y="177"/>
                    <a:pt x="46" y="177"/>
                    <a:pt x="46" y="177"/>
                  </a:cubicBezTo>
                  <a:cubicBezTo>
                    <a:pt x="46" y="149"/>
                    <a:pt x="69" y="125"/>
                    <a:pt x="97" y="125"/>
                  </a:cubicBezTo>
                  <a:cubicBezTo>
                    <a:pt x="169" y="125"/>
                    <a:pt x="169" y="125"/>
                    <a:pt x="169" y="125"/>
                  </a:cubicBezTo>
                  <a:cubicBezTo>
                    <a:pt x="255" y="65"/>
                    <a:pt x="255" y="65"/>
                    <a:pt x="255" y="65"/>
                  </a:cubicBezTo>
                  <a:cubicBezTo>
                    <a:pt x="304" y="125"/>
                    <a:pt x="304" y="125"/>
                    <a:pt x="304" y="125"/>
                  </a:cubicBezTo>
                  <a:lnTo>
                    <a:pt x="344" y="125"/>
                  </a:lnTo>
                  <a:close/>
                  <a:moveTo>
                    <a:pt x="387" y="161"/>
                  </a:moveTo>
                  <a:cubicBezTo>
                    <a:pt x="97" y="161"/>
                    <a:pt x="97" y="161"/>
                    <a:pt x="97" y="161"/>
                  </a:cubicBezTo>
                  <a:cubicBezTo>
                    <a:pt x="89" y="161"/>
                    <a:pt x="82" y="169"/>
                    <a:pt x="82" y="177"/>
                  </a:cubicBezTo>
                  <a:cubicBezTo>
                    <a:pt x="82" y="366"/>
                    <a:pt x="82" y="366"/>
                    <a:pt x="82" y="366"/>
                  </a:cubicBezTo>
                  <a:cubicBezTo>
                    <a:pt x="82" y="375"/>
                    <a:pt x="89" y="382"/>
                    <a:pt x="97" y="382"/>
                  </a:cubicBezTo>
                  <a:cubicBezTo>
                    <a:pt x="387" y="382"/>
                    <a:pt x="387" y="382"/>
                    <a:pt x="387" y="382"/>
                  </a:cubicBezTo>
                  <a:cubicBezTo>
                    <a:pt x="395" y="382"/>
                    <a:pt x="402" y="375"/>
                    <a:pt x="402" y="366"/>
                  </a:cubicBezTo>
                  <a:cubicBezTo>
                    <a:pt x="402" y="177"/>
                    <a:pt x="402" y="177"/>
                    <a:pt x="402" y="177"/>
                  </a:cubicBezTo>
                  <a:cubicBezTo>
                    <a:pt x="402" y="169"/>
                    <a:pt x="395" y="161"/>
                    <a:pt x="387" y="161"/>
                  </a:cubicBezTo>
                  <a:close/>
                  <a:moveTo>
                    <a:pt x="364" y="342"/>
                  </a:moveTo>
                  <a:cubicBezTo>
                    <a:pt x="125" y="342"/>
                    <a:pt x="125" y="342"/>
                    <a:pt x="125" y="342"/>
                  </a:cubicBezTo>
                  <a:cubicBezTo>
                    <a:pt x="125" y="307"/>
                    <a:pt x="125" y="307"/>
                    <a:pt x="125" y="307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217" y="290"/>
                    <a:pt x="217" y="290"/>
                    <a:pt x="217" y="290"/>
                  </a:cubicBezTo>
                  <a:cubicBezTo>
                    <a:pt x="269" y="237"/>
                    <a:pt x="269" y="237"/>
                    <a:pt x="269" y="237"/>
                  </a:cubicBezTo>
                  <a:cubicBezTo>
                    <a:pt x="336" y="213"/>
                    <a:pt x="336" y="213"/>
                    <a:pt x="336" y="213"/>
                  </a:cubicBezTo>
                  <a:cubicBezTo>
                    <a:pt x="364" y="277"/>
                    <a:pt x="364" y="277"/>
                    <a:pt x="364" y="277"/>
                  </a:cubicBezTo>
                  <a:lnTo>
                    <a:pt x="364" y="3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íślíḋè-Oval 14">
              <a:extLst>
                <a:ext uri="{FF2B5EF4-FFF2-40B4-BE49-F238E27FC236}">
                  <a16:creationId xmlns="" xmlns:a16="http://schemas.microsoft.com/office/drawing/2014/main" id="{8B480210-63DE-458E-955F-6E87C843C6E7}"/>
                </a:ext>
              </a:extLst>
            </p:cNvPr>
            <p:cNvSpPr/>
            <p:nvPr/>
          </p:nvSpPr>
          <p:spPr>
            <a:xfrm>
              <a:off x="5810280" y="3043976"/>
              <a:ext cx="648586" cy="64858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íślíḋè-Freeform: Shape 15">
              <a:extLst>
                <a:ext uri="{FF2B5EF4-FFF2-40B4-BE49-F238E27FC236}">
                  <a16:creationId xmlns="" xmlns:a16="http://schemas.microsoft.com/office/drawing/2014/main" id="{DA9FA2B8-7B45-4256-9AA7-FD58303D5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235" y="3267671"/>
              <a:ext cx="221862" cy="223974"/>
            </a:xfrm>
            <a:custGeom>
              <a:avLst/>
              <a:gdLst>
                <a:gd name="T0" fmla="*/ 203 w 360"/>
                <a:gd name="T1" fmla="*/ 271 h 368"/>
                <a:gd name="T2" fmla="*/ 261 w 360"/>
                <a:gd name="T3" fmla="*/ 202 h 368"/>
                <a:gd name="T4" fmla="*/ 360 w 360"/>
                <a:gd name="T5" fmla="*/ 51 h 368"/>
                <a:gd name="T6" fmla="*/ 346 w 360"/>
                <a:gd name="T7" fmla="*/ 37 h 368"/>
                <a:gd name="T8" fmla="*/ 277 w 360"/>
                <a:gd name="T9" fmla="*/ 37 h 368"/>
                <a:gd name="T10" fmla="*/ 180 w 360"/>
                <a:gd name="T11" fmla="*/ 0 h 368"/>
                <a:gd name="T12" fmla="*/ 83 w 360"/>
                <a:gd name="T13" fmla="*/ 37 h 368"/>
                <a:gd name="T14" fmla="*/ 14 w 360"/>
                <a:gd name="T15" fmla="*/ 37 h 368"/>
                <a:gd name="T16" fmla="*/ 0 w 360"/>
                <a:gd name="T17" fmla="*/ 51 h 368"/>
                <a:gd name="T18" fmla="*/ 98 w 360"/>
                <a:gd name="T19" fmla="*/ 202 h 368"/>
                <a:gd name="T20" fmla="*/ 156 w 360"/>
                <a:gd name="T21" fmla="*/ 271 h 368"/>
                <a:gd name="T22" fmla="*/ 156 w 360"/>
                <a:gd name="T23" fmla="*/ 297 h 368"/>
                <a:gd name="T24" fmla="*/ 91 w 360"/>
                <a:gd name="T25" fmla="*/ 332 h 368"/>
                <a:gd name="T26" fmla="*/ 180 w 360"/>
                <a:gd name="T27" fmla="*/ 368 h 368"/>
                <a:gd name="T28" fmla="*/ 269 w 360"/>
                <a:gd name="T29" fmla="*/ 332 h 368"/>
                <a:gd name="T30" fmla="*/ 203 w 360"/>
                <a:gd name="T31" fmla="*/ 297 h 368"/>
                <a:gd name="T32" fmla="*/ 203 w 360"/>
                <a:gd name="T33" fmla="*/ 271 h 368"/>
                <a:gd name="T34" fmla="*/ 259 w 360"/>
                <a:gd name="T35" fmla="*/ 170 h 368"/>
                <a:gd name="T36" fmla="*/ 281 w 360"/>
                <a:gd name="T37" fmla="*/ 65 h 368"/>
                <a:gd name="T38" fmla="*/ 331 w 360"/>
                <a:gd name="T39" fmla="*/ 65 h 368"/>
                <a:gd name="T40" fmla="*/ 259 w 360"/>
                <a:gd name="T41" fmla="*/ 170 h 368"/>
                <a:gd name="T42" fmla="*/ 180 w 360"/>
                <a:gd name="T43" fmla="*/ 24 h 368"/>
                <a:gd name="T44" fmla="*/ 256 w 360"/>
                <a:gd name="T45" fmla="*/ 55 h 368"/>
                <a:gd name="T46" fmla="*/ 180 w 360"/>
                <a:gd name="T47" fmla="*/ 86 h 368"/>
                <a:gd name="T48" fmla="*/ 104 w 360"/>
                <a:gd name="T49" fmla="*/ 55 h 368"/>
                <a:gd name="T50" fmla="*/ 180 w 360"/>
                <a:gd name="T51" fmla="*/ 24 h 368"/>
                <a:gd name="T52" fmla="*/ 29 w 360"/>
                <a:gd name="T53" fmla="*/ 65 h 368"/>
                <a:gd name="T54" fmla="*/ 79 w 360"/>
                <a:gd name="T55" fmla="*/ 65 h 368"/>
                <a:gd name="T56" fmla="*/ 101 w 360"/>
                <a:gd name="T57" fmla="*/ 170 h 368"/>
                <a:gd name="T58" fmla="*/ 29 w 360"/>
                <a:gd name="T59" fmla="*/ 65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0" h="368">
                  <a:moveTo>
                    <a:pt x="203" y="271"/>
                  </a:moveTo>
                  <a:cubicBezTo>
                    <a:pt x="203" y="242"/>
                    <a:pt x="225" y="226"/>
                    <a:pt x="261" y="202"/>
                  </a:cubicBezTo>
                  <a:cubicBezTo>
                    <a:pt x="305" y="173"/>
                    <a:pt x="360" y="137"/>
                    <a:pt x="360" y="51"/>
                  </a:cubicBezTo>
                  <a:cubicBezTo>
                    <a:pt x="360" y="43"/>
                    <a:pt x="353" y="37"/>
                    <a:pt x="346" y="37"/>
                  </a:cubicBezTo>
                  <a:cubicBezTo>
                    <a:pt x="277" y="37"/>
                    <a:pt x="277" y="37"/>
                    <a:pt x="277" y="37"/>
                  </a:cubicBezTo>
                  <a:cubicBezTo>
                    <a:pt x="267" y="19"/>
                    <a:pt x="238" y="0"/>
                    <a:pt x="180" y="0"/>
                  </a:cubicBezTo>
                  <a:cubicBezTo>
                    <a:pt x="121" y="0"/>
                    <a:pt x="92" y="19"/>
                    <a:pt x="83" y="37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6" y="37"/>
                    <a:pt x="0" y="43"/>
                    <a:pt x="0" y="51"/>
                  </a:cubicBezTo>
                  <a:cubicBezTo>
                    <a:pt x="0" y="137"/>
                    <a:pt x="54" y="173"/>
                    <a:pt x="98" y="202"/>
                  </a:cubicBezTo>
                  <a:cubicBezTo>
                    <a:pt x="134" y="226"/>
                    <a:pt x="156" y="242"/>
                    <a:pt x="156" y="271"/>
                  </a:cubicBezTo>
                  <a:cubicBezTo>
                    <a:pt x="156" y="297"/>
                    <a:pt x="156" y="297"/>
                    <a:pt x="156" y="297"/>
                  </a:cubicBezTo>
                  <a:cubicBezTo>
                    <a:pt x="118" y="301"/>
                    <a:pt x="91" y="315"/>
                    <a:pt x="91" y="332"/>
                  </a:cubicBezTo>
                  <a:cubicBezTo>
                    <a:pt x="91" y="352"/>
                    <a:pt x="131" y="368"/>
                    <a:pt x="180" y="368"/>
                  </a:cubicBezTo>
                  <a:cubicBezTo>
                    <a:pt x="229" y="368"/>
                    <a:pt x="269" y="352"/>
                    <a:pt x="269" y="332"/>
                  </a:cubicBezTo>
                  <a:cubicBezTo>
                    <a:pt x="269" y="315"/>
                    <a:pt x="241" y="301"/>
                    <a:pt x="203" y="297"/>
                  </a:cubicBezTo>
                  <a:lnTo>
                    <a:pt x="203" y="271"/>
                  </a:lnTo>
                  <a:close/>
                  <a:moveTo>
                    <a:pt x="259" y="170"/>
                  </a:moveTo>
                  <a:cubicBezTo>
                    <a:pt x="270" y="146"/>
                    <a:pt x="279" y="113"/>
                    <a:pt x="281" y="65"/>
                  </a:cubicBezTo>
                  <a:cubicBezTo>
                    <a:pt x="331" y="65"/>
                    <a:pt x="331" y="65"/>
                    <a:pt x="331" y="65"/>
                  </a:cubicBezTo>
                  <a:cubicBezTo>
                    <a:pt x="326" y="119"/>
                    <a:pt x="294" y="146"/>
                    <a:pt x="259" y="170"/>
                  </a:cubicBezTo>
                  <a:close/>
                  <a:moveTo>
                    <a:pt x="180" y="24"/>
                  </a:moveTo>
                  <a:cubicBezTo>
                    <a:pt x="234" y="24"/>
                    <a:pt x="256" y="47"/>
                    <a:pt x="256" y="55"/>
                  </a:cubicBezTo>
                  <a:cubicBezTo>
                    <a:pt x="256" y="63"/>
                    <a:pt x="234" y="86"/>
                    <a:pt x="180" y="86"/>
                  </a:cubicBezTo>
                  <a:cubicBezTo>
                    <a:pt x="125" y="86"/>
                    <a:pt x="104" y="63"/>
                    <a:pt x="104" y="55"/>
                  </a:cubicBezTo>
                  <a:cubicBezTo>
                    <a:pt x="104" y="47"/>
                    <a:pt x="125" y="24"/>
                    <a:pt x="180" y="24"/>
                  </a:cubicBezTo>
                  <a:close/>
                  <a:moveTo>
                    <a:pt x="29" y="65"/>
                  </a:moveTo>
                  <a:cubicBezTo>
                    <a:pt x="79" y="65"/>
                    <a:pt x="79" y="65"/>
                    <a:pt x="79" y="65"/>
                  </a:cubicBezTo>
                  <a:cubicBezTo>
                    <a:pt x="80" y="113"/>
                    <a:pt x="89" y="146"/>
                    <a:pt x="101" y="170"/>
                  </a:cubicBezTo>
                  <a:cubicBezTo>
                    <a:pt x="66" y="146"/>
                    <a:pt x="33" y="119"/>
                    <a:pt x="29" y="6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íślíḋè-Oval 16">
              <a:extLst>
                <a:ext uri="{FF2B5EF4-FFF2-40B4-BE49-F238E27FC236}">
                  <a16:creationId xmlns="" xmlns:a16="http://schemas.microsoft.com/office/drawing/2014/main" id="{277440F4-8EDB-4E16-9D1C-CD56F3312796}"/>
                </a:ext>
              </a:extLst>
            </p:cNvPr>
            <p:cNvSpPr/>
            <p:nvPr/>
          </p:nvSpPr>
          <p:spPr>
            <a:xfrm>
              <a:off x="7724299" y="3043976"/>
              <a:ext cx="648586" cy="64858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íślíḋè-Freeform: Shape 17">
              <a:extLst>
                <a:ext uri="{FF2B5EF4-FFF2-40B4-BE49-F238E27FC236}">
                  <a16:creationId xmlns="" xmlns:a16="http://schemas.microsoft.com/office/drawing/2014/main" id="{B09F98AA-C059-462E-94DA-DCC9ABCBA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6040" y="3270016"/>
              <a:ext cx="245104" cy="196506"/>
            </a:xfrm>
            <a:custGeom>
              <a:avLst/>
              <a:gdLst>
                <a:gd name="T0" fmla="*/ 339 w 399"/>
                <a:gd name="T1" fmla="*/ 60 h 320"/>
                <a:gd name="T2" fmla="*/ 319 w 399"/>
                <a:gd name="T3" fmla="*/ 40 h 320"/>
                <a:gd name="T4" fmla="*/ 80 w 399"/>
                <a:gd name="T5" fmla="*/ 40 h 320"/>
                <a:gd name="T6" fmla="*/ 60 w 399"/>
                <a:gd name="T7" fmla="*/ 60 h 320"/>
                <a:gd name="T8" fmla="*/ 60 w 399"/>
                <a:gd name="T9" fmla="*/ 80 h 320"/>
                <a:gd name="T10" fmla="*/ 339 w 399"/>
                <a:gd name="T11" fmla="*/ 80 h 320"/>
                <a:gd name="T12" fmla="*/ 339 w 399"/>
                <a:gd name="T13" fmla="*/ 60 h 320"/>
                <a:gd name="T14" fmla="*/ 279 w 399"/>
                <a:gd name="T15" fmla="*/ 0 h 320"/>
                <a:gd name="T16" fmla="*/ 120 w 399"/>
                <a:gd name="T17" fmla="*/ 0 h 320"/>
                <a:gd name="T18" fmla="*/ 100 w 399"/>
                <a:gd name="T19" fmla="*/ 20 h 320"/>
                <a:gd name="T20" fmla="*/ 299 w 399"/>
                <a:gd name="T21" fmla="*/ 20 h 320"/>
                <a:gd name="T22" fmla="*/ 279 w 399"/>
                <a:gd name="T23" fmla="*/ 0 h 320"/>
                <a:gd name="T24" fmla="*/ 379 w 399"/>
                <a:gd name="T25" fmla="*/ 80 h 320"/>
                <a:gd name="T26" fmla="*/ 367 w 399"/>
                <a:gd name="T27" fmla="*/ 68 h 320"/>
                <a:gd name="T28" fmla="*/ 367 w 399"/>
                <a:gd name="T29" fmla="*/ 100 h 320"/>
                <a:gd name="T30" fmla="*/ 32 w 399"/>
                <a:gd name="T31" fmla="*/ 100 h 320"/>
                <a:gd name="T32" fmla="*/ 32 w 399"/>
                <a:gd name="T33" fmla="*/ 68 h 320"/>
                <a:gd name="T34" fmla="*/ 21 w 399"/>
                <a:gd name="T35" fmla="*/ 80 h 320"/>
                <a:gd name="T36" fmla="*/ 5 w 399"/>
                <a:gd name="T37" fmla="*/ 120 h 320"/>
                <a:gd name="T38" fmla="*/ 36 w 399"/>
                <a:gd name="T39" fmla="*/ 300 h 320"/>
                <a:gd name="T40" fmla="*/ 60 w 399"/>
                <a:gd name="T41" fmla="*/ 320 h 320"/>
                <a:gd name="T42" fmla="*/ 339 w 399"/>
                <a:gd name="T43" fmla="*/ 320 h 320"/>
                <a:gd name="T44" fmla="*/ 363 w 399"/>
                <a:gd name="T45" fmla="*/ 300 h 320"/>
                <a:gd name="T46" fmla="*/ 394 w 399"/>
                <a:gd name="T47" fmla="*/ 120 h 320"/>
                <a:gd name="T48" fmla="*/ 379 w 399"/>
                <a:gd name="T49" fmla="*/ 80 h 320"/>
                <a:gd name="T50" fmla="*/ 279 w 399"/>
                <a:gd name="T51" fmla="*/ 188 h 320"/>
                <a:gd name="T52" fmla="*/ 259 w 399"/>
                <a:gd name="T53" fmla="*/ 208 h 320"/>
                <a:gd name="T54" fmla="*/ 140 w 399"/>
                <a:gd name="T55" fmla="*/ 208 h 320"/>
                <a:gd name="T56" fmla="*/ 120 w 399"/>
                <a:gd name="T57" fmla="*/ 188 h 320"/>
                <a:gd name="T58" fmla="*/ 120 w 399"/>
                <a:gd name="T59" fmla="*/ 148 h 320"/>
                <a:gd name="T60" fmla="*/ 148 w 399"/>
                <a:gd name="T61" fmla="*/ 148 h 320"/>
                <a:gd name="T62" fmla="*/ 148 w 399"/>
                <a:gd name="T63" fmla="*/ 180 h 320"/>
                <a:gd name="T64" fmla="*/ 251 w 399"/>
                <a:gd name="T65" fmla="*/ 180 h 320"/>
                <a:gd name="T66" fmla="*/ 251 w 399"/>
                <a:gd name="T67" fmla="*/ 148 h 320"/>
                <a:gd name="T68" fmla="*/ 279 w 399"/>
                <a:gd name="T69" fmla="*/ 148 h 320"/>
                <a:gd name="T70" fmla="*/ 279 w 399"/>
                <a:gd name="T71" fmla="*/ 188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99" h="320">
                  <a:moveTo>
                    <a:pt x="339" y="60"/>
                  </a:moveTo>
                  <a:cubicBezTo>
                    <a:pt x="339" y="40"/>
                    <a:pt x="319" y="40"/>
                    <a:pt x="319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60" y="40"/>
                    <a:pt x="60" y="60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339" y="80"/>
                    <a:pt x="339" y="80"/>
                    <a:pt x="339" y="80"/>
                  </a:cubicBezTo>
                  <a:lnTo>
                    <a:pt x="339" y="60"/>
                  </a:lnTo>
                  <a:close/>
                  <a:moveTo>
                    <a:pt x="279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120" y="0"/>
                    <a:pt x="100" y="0"/>
                    <a:pt x="100" y="20"/>
                  </a:cubicBezTo>
                  <a:cubicBezTo>
                    <a:pt x="299" y="20"/>
                    <a:pt x="299" y="20"/>
                    <a:pt x="299" y="20"/>
                  </a:cubicBezTo>
                  <a:cubicBezTo>
                    <a:pt x="299" y="0"/>
                    <a:pt x="279" y="0"/>
                    <a:pt x="279" y="0"/>
                  </a:cubicBezTo>
                  <a:close/>
                  <a:moveTo>
                    <a:pt x="379" y="80"/>
                  </a:moveTo>
                  <a:cubicBezTo>
                    <a:pt x="367" y="68"/>
                    <a:pt x="367" y="68"/>
                    <a:pt x="367" y="68"/>
                  </a:cubicBezTo>
                  <a:cubicBezTo>
                    <a:pt x="367" y="100"/>
                    <a:pt x="367" y="100"/>
                    <a:pt x="367" y="100"/>
                  </a:cubicBezTo>
                  <a:cubicBezTo>
                    <a:pt x="32" y="100"/>
                    <a:pt x="32" y="100"/>
                    <a:pt x="32" y="100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2" y="68"/>
                    <a:pt x="32" y="68"/>
                    <a:pt x="21" y="80"/>
                  </a:cubicBezTo>
                  <a:cubicBezTo>
                    <a:pt x="9" y="92"/>
                    <a:pt x="0" y="95"/>
                    <a:pt x="5" y="120"/>
                  </a:cubicBezTo>
                  <a:cubicBezTo>
                    <a:pt x="10" y="145"/>
                    <a:pt x="33" y="281"/>
                    <a:pt x="36" y="300"/>
                  </a:cubicBezTo>
                  <a:cubicBezTo>
                    <a:pt x="40" y="320"/>
                    <a:pt x="60" y="320"/>
                    <a:pt x="60" y="320"/>
                  </a:cubicBezTo>
                  <a:cubicBezTo>
                    <a:pt x="339" y="320"/>
                    <a:pt x="339" y="320"/>
                    <a:pt x="339" y="320"/>
                  </a:cubicBezTo>
                  <a:cubicBezTo>
                    <a:pt x="339" y="320"/>
                    <a:pt x="360" y="320"/>
                    <a:pt x="363" y="300"/>
                  </a:cubicBezTo>
                  <a:cubicBezTo>
                    <a:pt x="367" y="281"/>
                    <a:pt x="390" y="145"/>
                    <a:pt x="394" y="120"/>
                  </a:cubicBezTo>
                  <a:cubicBezTo>
                    <a:pt x="399" y="95"/>
                    <a:pt x="391" y="92"/>
                    <a:pt x="379" y="80"/>
                  </a:cubicBezTo>
                  <a:close/>
                  <a:moveTo>
                    <a:pt x="279" y="188"/>
                  </a:moveTo>
                  <a:cubicBezTo>
                    <a:pt x="279" y="188"/>
                    <a:pt x="279" y="208"/>
                    <a:pt x="259" y="208"/>
                  </a:cubicBezTo>
                  <a:cubicBezTo>
                    <a:pt x="140" y="208"/>
                    <a:pt x="140" y="208"/>
                    <a:pt x="140" y="208"/>
                  </a:cubicBezTo>
                  <a:cubicBezTo>
                    <a:pt x="120" y="208"/>
                    <a:pt x="120" y="188"/>
                    <a:pt x="120" y="188"/>
                  </a:cubicBezTo>
                  <a:cubicBezTo>
                    <a:pt x="120" y="148"/>
                    <a:pt x="120" y="148"/>
                    <a:pt x="120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80"/>
                    <a:pt x="148" y="180"/>
                    <a:pt x="148" y="180"/>
                  </a:cubicBezTo>
                  <a:cubicBezTo>
                    <a:pt x="251" y="180"/>
                    <a:pt x="251" y="180"/>
                    <a:pt x="251" y="180"/>
                  </a:cubicBezTo>
                  <a:cubicBezTo>
                    <a:pt x="251" y="148"/>
                    <a:pt x="251" y="148"/>
                    <a:pt x="251" y="148"/>
                  </a:cubicBezTo>
                  <a:cubicBezTo>
                    <a:pt x="279" y="148"/>
                    <a:pt x="279" y="148"/>
                    <a:pt x="279" y="148"/>
                  </a:cubicBezTo>
                  <a:lnTo>
                    <a:pt x="279" y="1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íślíḋè-Oval 18">
              <a:extLst>
                <a:ext uri="{FF2B5EF4-FFF2-40B4-BE49-F238E27FC236}">
                  <a16:creationId xmlns="" xmlns:a16="http://schemas.microsoft.com/office/drawing/2014/main" id="{D0B64825-4EC1-4A0C-9F98-A0D9958D8490}"/>
                </a:ext>
              </a:extLst>
            </p:cNvPr>
            <p:cNvSpPr/>
            <p:nvPr/>
          </p:nvSpPr>
          <p:spPr>
            <a:xfrm>
              <a:off x="9626376" y="3043976"/>
              <a:ext cx="648586" cy="64858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íślíḋè-Freeform: Shape 19">
              <a:extLst>
                <a:ext uri="{FF2B5EF4-FFF2-40B4-BE49-F238E27FC236}">
                  <a16:creationId xmlns="" xmlns:a16="http://schemas.microsoft.com/office/drawing/2014/main" id="{1BDDA7B9-0781-4776-80E9-BA38A0479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8116" y="3271073"/>
              <a:ext cx="245104" cy="194393"/>
            </a:xfrm>
            <a:custGeom>
              <a:avLst/>
              <a:gdLst>
                <a:gd name="T0" fmla="*/ 200 w 400"/>
                <a:gd name="T1" fmla="*/ 120 h 320"/>
                <a:gd name="T2" fmla="*/ 140 w 400"/>
                <a:gd name="T3" fmla="*/ 180 h 320"/>
                <a:gd name="T4" fmla="*/ 200 w 400"/>
                <a:gd name="T5" fmla="*/ 240 h 320"/>
                <a:gd name="T6" fmla="*/ 260 w 400"/>
                <a:gd name="T7" fmla="*/ 180 h 320"/>
                <a:gd name="T8" fmla="*/ 200 w 400"/>
                <a:gd name="T9" fmla="*/ 120 h 320"/>
                <a:gd name="T10" fmla="*/ 360 w 400"/>
                <a:gd name="T11" fmla="*/ 60 h 320"/>
                <a:gd name="T12" fmla="*/ 312 w 400"/>
                <a:gd name="T13" fmla="*/ 60 h 320"/>
                <a:gd name="T14" fmla="*/ 296 w 400"/>
                <a:gd name="T15" fmla="*/ 49 h 320"/>
                <a:gd name="T16" fmla="*/ 284 w 400"/>
                <a:gd name="T17" fmla="*/ 11 h 320"/>
                <a:gd name="T18" fmla="*/ 268 w 400"/>
                <a:gd name="T19" fmla="*/ 0 h 320"/>
                <a:gd name="T20" fmla="*/ 132 w 400"/>
                <a:gd name="T21" fmla="*/ 0 h 320"/>
                <a:gd name="T22" fmla="*/ 116 w 400"/>
                <a:gd name="T23" fmla="*/ 11 h 320"/>
                <a:gd name="T24" fmla="*/ 104 w 400"/>
                <a:gd name="T25" fmla="*/ 49 h 320"/>
                <a:gd name="T26" fmla="*/ 88 w 400"/>
                <a:gd name="T27" fmla="*/ 60 h 320"/>
                <a:gd name="T28" fmla="*/ 40 w 400"/>
                <a:gd name="T29" fmla="*/ 60 h 320"/>
                <a:gd name="T30" fmla="*/ 0 w 400"/>
                <a:gd name="T31" fmla="*/ 100 h 320"/>
                <a:gd name="T32" fmla="*/ 0 w 400"/>
                <a:gd name="T33" fmla="*/ 280 h 320"/>
                <a:gd name="T34" fmla="*/ 40 w 400"/>
                <a:gd name="T35" fmla="*/ 320 h 320"/>
                <a:gd name="T36" fmla="*/ 360 w 400"/>
                <a:gd name="T37" fmla="*/ 320 h 320"/>
                <a:gd name="T38" fmla="*/ 400 w 400"/>
                <a:gd name="T39" fmla="*/ 280 h 320"/>
                <a:gd name="T40" fmla="*/ 400 w 400"/>
                <a:gd name="T41" fmla="*/ 100 h 320"/>
                <a:gd name="T42" fmla="*/ 360 w 400"/>
                <a:gd name="T43" fmla="*/ 60 h 320"/>
                <a:gd name="T44" fmla="*/ 200 w 400"/>
                <a:gd name="T45" fmla="*/ 280 h 320"/>
                <a:gd name="T46" fmla="*/ 100 w 400"/>
                <a:gd name="T47" fmla="*/ 180 h 320"/>
                <a:gd name="T48" fmla="*/ 200 w 400"/>
                <a:gd name="T49" fmla="*/ 80 h 320"/>
                <a:gd name="T50" fmla="*/ 300 w 400"/>
                <a:gd name="T51" fmla="*/ 180 h 320"/>
                <a:gd name="T52" fmla="*/ 200 w 400"/>
                <a:gd name="T53" fmla="*/ 280 h 320"/>
                <a:gd name="T54" fmla="*/ 346 w 400"/>
                <a:gd name="T55" fmla="*/ 128 h 320"/>
                <a:gd name="T56" fmla="*/ 332 w 400"/>
                <a:gd name="T57" fmla="*/ 114 h 320"/>
                <a:gd name="T58" fmla="*/ 346 w 400"/>
                <a:gd name="T59" fmla="*/ 100 h 320"/>
                <a:gd name="T60" fmla="*/ 360 w 400"/>
                <a:gd name="T61" fmla="*/ 114 h 320"/>
                <a:gd name="T62" fmla="*/ 346 w 400"/>
                <a:gd name="T63" fmla="*/ 128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0" h="320">
                  <a:moveTo>
                    <a:pt x="200" y="120"/>
                  </a:moveTo>
                  <a:cubicBezTo>
                    <a:pt x="167" y="120"/>
                    <a:pt x="140" y="147"/>
                    <a:pt x="140" y="180"/>
                  </a:cubicBezTo>
                  <a:cubicBezTo>
                    <a:pt x="140" y="213"/>
                    <a:pt x="167" y="240"/>
                    <a:pt x="200" y="240"/>
                  </a:cubicBezTo>
                  <a:cubicBezTo>
                    <a:pt x="233" y="240"/>
                    <a:pt x="260" y="213"/>
                    <a:pt x="260" y="180"/>
                  </a:cubicBezTo>
                  <a:cubicBezTo>
                    <a:pt x="260" y="147"/>
                    <a:pt x="233" y="120"/>
                    <a:pt x="200" y="120"/>
                  </a:cubicBezTo>
                  <a:close/>
                  <a:moveTo>
                    <a:pt x="360" y="60"/>
                  </a:moveTo>
                  <a:cubicBezTo>
                    <a:pt x="312" y="60"/>
                    <a:pt x="312" y="60"/>
                    <a:pt x="312" y="60"/>
                  </a:cubicBezTo>
                  <a:cubicBezTo>
                    <a:pt x="305" y="60"/>
                    <a:pt x="298" y="55"/>
                    <a:pt x="296" y="49"/>
                  </a:cubicBezTo>
                  <a:cubicBezTo>
                    <a:pt x="284" y="11"/>
                    <a:pt x="284" y="11"/>
                    <a:pt x="284" y="11"/>
                  </a:cubicBezTo>
                  <a:cubicBezTo>
                    <a:pt x="281" y="5"/>
                    <a:pt x="274" y="0"/>
                    <a:pt x="268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25" y="0"/>
                    <a:pt x="118" y="5"/>
                    <a:pt x="116" y="11"/>
                  </a:cubicBezTo>
                  <a:cubicBezTo>
                    <a:pt x="104" y="49"/>
                    <a:pt x="104" y="49"/>
                    <a:pt x="104" y="49"/>
                  </a:cubicBezTo>
                  <a:cubicBezTo>
                    <a:pt x="101" y="55"/>
                    <a:pt x="94" y="60"/>
                    <a:pt x="88" y="6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18" y="60"/>
                    <a:pt x="0" y="78"/>
                    <a:pt x="0" y="100"/>
                  </a:cubicBezTo>
                  <a:cubicBezTo>
                    <a:pt x="0" y="280"/>
                    <a:pt x="0" y="280"/>
                    <a:pt x="0" y="280"/>
                  </a:cubicBezTo>
                  <a:cubicBezTo>
                    <a:pt x="0" y="302"/>
                    <a:pt x="18" y="320"/>
                    <a:pt x="40" y="320"/>
                  </a:cubicBezTo>
                  <a:cubicBezTo>
                    <a:pt x="360" y="320"/>
                    <a:pt x="360" y="320"/>
                    <a:pt x="360" y="320"/>
                  </a:cubicBezTo>
                  <a:cubicBezTo>
                    <a:pt x="382" y="320"/>
                    <a:pt x="400" y="302"/>
                    <a:pt x="400" y="280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78"/>
                    <a:pt x="382" y="60"/>
                    <a:pt x="360" y="60"/>
                  </a:cubicBezTo>
                  <a:close/>
                  <a:moveTo>
                    <a:pt x="200" y="280"/>
                  </a:moveTo>
                  <a:cubicBezTo>
                    <a:pt x="145" y="280"/>
                    <a:pt x="100" y="235"/>
                    <a:pt x="100" y="180"/>
                  </a:cubicBezTo>
                  <a:cubicBezTo>
                    <a:pt x="100" y="125"/>
                    <a:pt x="145" y="80"/>
                    <a:pt x="200" y="80"/>
                  </a:cubicBezTo>
                  <a:cubicBezTo>
                    <a:pt x="255" y="80"/>
                    <a:pt x="300" y="125"/>
                    <a:pt x="300" y="180"/>
                  </a:cubicBezTo>
                  <a:cubicBezTo>
                    <a:pt x="300" y="235"/>
                    <a:pt x="255" y="280"/>
                    <a:pt x="200" y="280"/>
                  </a:cubicBezTo>
                  <a:close/>
                  <a:moveTo>
                    <a:pt x="346" y="128"/>
                  </a:moveTo>
                  <a:cubicBezTo>
                    <a:pt x="338" y="128"/>
                    <a:pt x="332" y="122"/>
                    <a:pt x="332" y="114"/>
                  </a:cubicBezTo>
                  <a:cubicBezTo>
                    <a:pt x="332" y="106"/>
                    <a:pt x="338" y="100"/>
                    <a:pt x="346" y="100"/>
                  </a:cubicBezTo>
                  <a:cubicBezTo>
                    <a:pt x="354" y="100"/>
                    <a:pt x="360" y="106"/>
                    <a:pt x="360" y="114"/>
                  </a:cubicBezTo>
                  <a:cubicBezTo>
                    <a:pt x="360" y="122"/>
                    <a:pt x="354" y="128"/>
                    <a:pt x="346" y="1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66" name="Group 20">
            <a:extLst>
              <a:ext uri="{FF2B5EF4-FFF2-40B4-BE49-F238E27FC236}">
                <a16:creationId xmlns="" xmlns:a16="http://schemas.microsoft.com/office/drawing/2014/main" id="{255A926D-F208-47D1-B980-B94C7B668349}"/>
              </a:ext>
            </a:extLst>
          </p:cNvPr>
          <p:cNvGrpSpPr/>
          <p:nvPr/>
        </p:nvGrpSpPr>
        <p:grpSpPr>
          <a:xfrm>
            <a:off x="733285" y="4553927"/>
            <a:ext cx="10753726" cy="857260"/>
            <a:chOff x="1446648" y="2161845"/>
            <a:chExt cx="11660559" cy="857260"/>
          </a:xfrm>
        </p:grpSpPr>
        <p:grpSp>
          <p:nvGrpSpPr>
            <p:cNvPr id="67" name="Group 21">
              <a:extLst>
                <a:ext uri="{FF2B5EF4-FFF2-40B4-BE49-F238E27FC236}">
                  <a16:creationId xmlns="" xmlns:a16="http://schemas.microsoft.com/office/drawing/2014/main" id="{C8A7595A-6B47-4B01-998E-BF82983A7ACC}"/>
                </a:ext>
              </a:extLst>
            </p:cNvPr>
            <p:cNvGrpSpPr/>
            <p:nvPr/>
          </p:nvGrpSpPr>
          <p:grpSpPr>
            <a:xfrm>
              <a:off x="1446648" y="2161845"/>
              <a:ext cx="2213143" cy="857260"/>
              <a:chOff x="1732858" y="5001250"/>
              <a:chExt cx="2213143" cy="857260"/>
            </a:xfrm>
          </p:grpSpPr>
          <p:sp>
            <p:nvSpPr>
              <p:cNvPr id="80" name="íślíḋè-TextBox 34">
                <a:extLst>
                  <a:ext uri="{FF2B5EF4-FFF2-40B4-BE49-F238E27FC236}">
                    <a16:creationId xmlns="" xmlns:a16="http://schemas.microsoft.com/office/drawing/2014/main" id="{7855AAB4-D9CD-496C-9912-FD5E1B2D1C9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 algn="ctr"/>
                <a:r>
                  <a:rPr lang="zh-TW" altLang="en-US" b="1" dirty="0">
                    <a:solidFill>
                      <a:schemeClr val="accent1"/>
                    </a:solidFill>
                  </a:rPr>
                  <a:t>初步接洽</a:t>
                </a:r>
                <a:endParaRPr lang="zh-CN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81" name="íślíḋè-TextBox 35">
                <a:extLst>
                  <a:ext uri="{FF2B5EF4-FFF2-40B4-BE49-F238E27FC236}">
                    <a16:creationId xmlns="" xmlns:a16="http://schemas.microsoft.com/office/drawing/2014/main" id="{221F6EDB-3FEB-4584-B9EE-F72530677E0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TW" altLang="en-US" sz="1000" dirty="0"/>
                  <a:t>客戶詢問、初步了解需求</a:t>
                </a:r>
                <a:endParaRPr lang="en-US" altLang="zh-TW" sz="1000" dirty="0"/>
              </a:p>
              <a:p>
                <a:pPr algn="ctr">
                  <a:lnSpc>
                    <a:spcPct val="120000"/>
                  </a:lnSpc>
                  <a:defRPr/>
                </a:pPr>
                <a:r>
                  <a:rPr lang="zh-TW" altLang="en-US" sz="1000" dirty="0"/>
                  <a:t>雙方評估是否合作</a:t>
                </a:r>
                <a:endParaRPr lang="zh-CN" altLang="en-US" sz="1000" dirty="0"/>
              </a:p>
            </p:txBody>
          </p:sp>
        </p:grpSp>
        <p:grpSp>
          <p:nvGrpSpPr>
            <p:cNvPr id="68" name="Group 22">
              <a:extLst>
                <a:ext uri="{FF2B5EF4-FFF2-40B4-BE49-F238E27FC236}">
                  <a16:creationId xmlns="" xmlns:a16="http://schemas.microsoft.com/office/drawing/2014/main" id="{3E39A4D4-0FD8-4083-BA9C-6640A13C3D6A}"/>
                </a:ext>
              </a:extLst>
            </p:cNvPr>
            <p:cNvGrpSpPr/>
            <p:nvPr/>
          </p:nvGrpSpPr>
          <p:grpSpPr>
            <a:xfrm>
              <a:off x="3808502" y="2161845"/>
              <a:ext cx="2213143" cy="857260"/>
              <a:chOff x="1732858" y="5001250"/>
              <a:chExt cx="2213143" cy="857260"/>
            </a:xfrm>
          </p:grpSpPr>
          <p:sp>
            <p:nvSpPr>
              <p:cNvPr id="78" name="íślíḋè-TextBox 32">
                <a:extLst>
                  <a:ext uri="{FF2B5EF4-FFF2-40B4-BE49-F238E27FC236}">
                    <a16:creationId xmlns="" xmlns:a16="http://schemas.microsoft.com/office/drawing/2014/main" id="{B7E0DBB3-EB75-4758-9A25-6C86D87F593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 algn="ctr"/>
                <a:r>
                  <a:rPr lang="zh-TW" alt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需求探索</a:t>
                </a:r>
                <a:endParaRPr lang="zh-CN" alt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9" name="íślíḋè-TextBox 33">
                <a:extLst>
                  <a:ext uri="{FF2B5EF4-FFF2-40B4-BE49-F238E27FC236}">
                    <a16:creationId xmlns="" xmlns:a16="http://schemas.microsoft.com/office/drawing/2014/main" id="{36FA2641-EB8A-49A6-947C-139854181F1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TW" altLang="en-US" sz="1000" dirty="0"/>
                  <a:t>進行需求討論</a:t>
                </a:r>
                <a:endParaRPr lang="en-US" altLang="zh-TW" sz="1000" dirty="0"/>
              </a:p>
              <a:p>
                <a:pPr algn="ctr">
                  <a:lnSpc>
                    <a:spcPct val="120000"/>
                  </a:lnSpc>
                  <a:defRPr/>
                </a:pPr>
                <a:r>
                  <a:rPr lang="zh-TW" altLang="en-US" sz="1000" dirty="0"/>
                  <a:t>評估可行性方案、工時及初步報價</a:t>
                </a:r>
                <a:endParaRPr lang="zh-CN" altLang="en-US" sz="1000" dirty="0"/>
              </a:p>
            </p:txBody>
          </p:sp>
        </p:grpSp>
        <p:grpSp>
          <p:nvGrpSpPr>
            <p:cNvPr id="69" name="Group 23">
              <a:extLst>
                <a:ext uri="{FF2B5EF4-FFF2-40B4-BE49-F238E27FC236}">
                  <a16:creationId xmlns="" xmlns:a16="http://schemas.microsoft.com/office/drawing/2014/main" id="{18D25E07-1FA7-4BF8-87C0-A17A34EEA55B}"/>
                </a:ext>
              </a:extLst>
            </p:cNvPr>
            <p:cNvGrpSpPr/>
            <p:nvPr/>
          </p:nvGrpSpPr>
          <p:grpSpPr>
            <a:xfrm>
              <a:off x="6170356" y="2161845"/>
              <a:ext cx="2213143" cy="857260"/>
              <a:chOff x="1732858" y="5001250"/>
              <a:chExt cx="2213143" cy="857260"/>
            </a:xfrm>
          </p:grpSpPr>
          <p:sp>
            <p:nvSpPr>
              <p:cNvPr id="76" name="íślíḋè-TextBox 30">
                <a:extLst>
                  <a:ext uri="{FF2B5EF4-FFF2-40B4-BE49-F238E27FC236}">
                    <a16:creationId xmlns="" xmlns:a16="http://schemas.microsoft.com/office/drawing/2014/main" id="{E0AB5A86-ED02-4B1B-8630-A06BB390FB5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 algn="ctr"/>
                <a:r>
                  <a:rPr lang="zh-TW" altLang="en-US" b="1" dirty="0">
                    <a:solidFill>
                      <a:schemeClr val="accent3"/>
                    </a:solidFill>
                  </a:rPr>
                  <a:t>專案簽約</a:t>
                </a:r>
                <a:endParaRPr lang="zh-CN" altLang="en-US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77" name="íślíḋè-TextBox 31">
                <a:extLst>
                  <a:ext uri="{FF2B5EF4-FFF2-40B4-BE49-F238E27FC236}">
                    <a16:creationId xmlns="" xmlns:a16="http://schemas.microsoft.com/office/drawing/2014/main" id="{FF8BF395-88CF-4B55-BF65-EACD8B000CC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TW" altLang="en-US" sz="1000" dirty="0"/>
                  <a:t>雙方確定合作</a:t>
                </a:r>
                <a:endParaRPr lang="en-US" altLang="zh-TW" sz="1000" dirty="0"/>
              </a:p>
              <a:p>
                <a:pPr algn="ctr">
                  <a:lnSpc>
                    <a:spcPct val="120000"/>
                  </a:lnSpc>
                  <a:defRPr/>
                </a:pPr>
                <a:r>
                  <a:rPr lang="zh-TW" altLang="en-US" sz="1000" dirty="0"/>
                  <a:t>明確專案範圍、報價、付款條件 </a:t>
                </a:r>
                <a:endParaRPr lang="en-US" altLang="zh-TW" sz="1000" dirty="0"/>
              </a:p>
            </p:txBody>
          </p:sp>
        </p:grpSp>
        <p:grpSp>
          <p:nvGrpSpPr>
            <p:cNvPr id="70" name="Group 24">
              <a:extLst>
                <a:ext uri="{FF2B5EF4-FFF2-40B4-BE49-F238E27FC236}">
                  <a16:creationId xmlns="" xmlns:a16="http://schemas.microsoft.com/office/drawing/2014/main" id="{97476457-5F0F-409B-A7C0-A4F557258EDC}"/>
                </a:ext>
              </a:extLst>
            </p:cNvPr>
            <p:cNvGrpSpPr/>
            <p:nvPr/>
          </p:nvGrpSpPr>
          <p:grpSpPr>
            <a:xfrm>
              <a:off x="8532210" y="2161845"/>
              <a:ext cx="2213143" cy="857260"/>
              <a:chOff x="1732858" y="5001250"/>
              <a:chExt cx="2213143" cy="857260"/>
            </a:xfrm>
          </p:grpSpPr>
          <p:sp>
            <p:nvSpPr>
              <p:cNvPr id="74" name="íślíḋè-TextBox 28">
                <a:extLst>
                  <a:ext uri="{FF2B5EF4-FFF2-40B4-BE49-F238E27FC236}">
                    <a16:creationId xmlns="" xmlns:a16="http://schemas.microsoft.com/office/drawing/2014/main" id="{28331E8C-46DB-4C72-B67C-463A44388CB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 algn="ctr"/>
                <a:r>
                  <a:rPr lang="zh-TW" alt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系統設計與開發</a:t>
                </a:r>
                <a:endParaRPr lang="zh-CN" alt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5" name="íślíḋè-TextBox 29">
                <a:extLst>
                  <a:ext uri="{FF2B5EF4-FFF2-40B4-BE49-F238E27FC236}">
                    <a16:creationId xmlns="" xmlns:a16="http://schemas.microsoft.com/office/drawing/2014/main" id="{00AE48F4-721C-4474-A567-44A8A019ACE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TW" altLang="en-US" sz="1000" dirty="0"/>
                  <a:t>依</a:t>
                </a:r>
                <a:r>
                  <a:rPr lang="en-US" altLang="zh-TW" sz="1000" dirty="0"/>
                  <a:t>PRD</a:t>
                </a:r>
                <a:r>
                  <a:rPr lang="zh-TW" altLang="en-US" sz="1000" dirty="0"/>
                  <a:t>規格進行開發</a:t>
                </a:r>
                <a:endParaRPr lang="en-US" altLang="zh-TW" sz="1000" dirty="0"/>
              </a:p>
            </p:txBody>
          </p:sp>
        </p:grpSp>
        <p:grpSp>
          <p:nvGrpSpPr>
            <p:cNvPr id="71" name="Group 25">
              <a:extLst>
                <a:ext uri="{FF2B5EF4-FFF2-40B4-BE49-F238E27FC236}">
                  <a16:creationId xmlns="" xmlns:a16="http://schemas.microsoft.com/office/drawing/2014/main" id="{CB477418-9BF9-4768-86EA-512D7E51AE50}"/>
                </a:ext>
              </a:extLst>
            </p:cNvPr>
            <p:cNvGrpSpPr/>
            <p:nvPr/>
          </p:nvGrpSpPr>
          <p:grpSpPr>
            <a:xfrm>
              <a:off x="10894064" y="2161845"/>
              <a:ext cx="2213143" cy="857260"/>
              <a:chOff x="1732858" y="5001250"/>
              <a:chExt cx="2213143" cy="857260"/>
            </a:xfrm>
          </p:grpSpPr>
          <p:sp>
            <p:nvSpPr>
              <p:cNvPr id="72" name="íślíḋè-TextBox 26">
                <a:extLst>
                  <a:ext uri="{FF2B5EF4-FFF2-40B4-BE49-F238E27FC236}">
                    <a16:creationId xmlns="" xmlns:a16="http://schemas.microsoft.com/office/drawing/2014/main" id="{70AB784B-E1FF-486D-9C3F-5739F003005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 algn="ctr"/>
                <a:r>
                  <a:rPr lang="zh-TW" altLang="en-US" b="1" dirty="0">
                    <a:solidFill>
                      <a:schemeClr val="accent5"/>
                    </a:solidFill>
                  </a:rPr>
                  <a:t>客戶驗收</a:t>
                </a:r>
                <a:endParaRPr lang="zh-CN" altLang="en-US" b="1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73" name="íślíḋè-TextBox 27">
                <a:extLst>
                  <a:ext uri="{FF2B5EF4-FFF2-40B4-BE49-F238E27FC236}">
                    <a16:creationId xmlns="" xmlns:a16="http://schemas.microsoft.com/office/drawing/2014/main" id="{16958DD7-AC50-4DEB-9238-B1A29D0B3F7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TW" altLang="en-US" sz="1000" dirty="0"/>
                  <a:t>依</a:t>
                </a:r>
                <a:r>
                  <a:rPr lang="en-US" altLang="zh-TW" sz="1000" dirty="0"/>
                  <a:t>PRD</a:t>
                </a:r>
                <a:r>
                  <a:rPr lang="zh-TW" altLang="en-US" sz="1000" dirty="0"/>
                  <a:t>規格進行測試驗收</a:t>
                </a:r>
                <a:endParaRPr lang="zh-CN" altLang="en-US" sz="1000" dirty="0"/>
              </a:p>
            </p:txBody>
          </p:sp>
        </p:grpSp>
      </p:grpSp>
      <p:grpSp>
        <p:nvGrpSpPr>
          <p:cNvPr id="2" name="群組 1"/>
          <p:cNvGrpSpPr/>
          <p:nvPr/>
        </p:nvGrpSpPr>
        <p:grpSpPr>
          <a:xfrm>
            <a:off x="5313778" y="5657515"/>
            <a:ext cx="285750" cy="285750"/>
            <a:chOff x="5810290" y="344185"/>
            <a:chExt cx="285750" cy="285750"/>
          </a:xfrm>
          <a:solidFill>
            <a:schemeClr val="accent6">
              <a:lumMod val="75000"/>
            </a:schemeClr>
          </a:solidFill>
        </p:grpSpPr>
        <p:sp>
          <p:nvSpPr>
            <p:cNvPr id="82" name="îṣļîḑé-Oval 7">
              <a:extLst>
                <a:ext uri="{FF2B5EF4-FFF2-40B4-BE49-F238E27FC236}">
                  <a16:creationId xmlns="" xmlns:a16="http://schemas.microsoft.com/office/drawing/2014/main" id="{9362CE7E-15B4-4E94-9550-EA514B5841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0290" y="344185"/>
              <a:ext cx="285750" cy="28575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83" name="圖片 8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7915" y="392120"/>
              <a:ext cx="190500" cy="190500"/>
            </a:xfrm>
            <a:prstGeom prst="rect">
              <a:avLst/>
            </a:prstGeom>
            <a:grpFill/>
          </p:spPr>
        </p:pic>
      </p:grpSp>
      <p:sp>
        <p:nvSpPr>
          <p:cNvPr id="3" name="矩形 2"/>
          <p:cNvSpPr/>
          <p:nvPr/>
        </p:nvSpPr>
        <p:spPr>
          <a:xfrm>
            <a:off x="5599528" y="5624726"/>
            <a:ext cx="1289135" cy="328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交付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PRD</a:t>
            </a:r>
            <a:r>
              <a:rPr lang="zh-TW" altLang="en-US" sz="1400" b="1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文件</a:t>
            </a:r>
            <a:endParaRPr lang="en-US" altLang="zh-TW" sz="1400" b="1" dirty="0" smtClean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84" name="群組 83"/>
          <p:cNvGrpSpPr/>
          <p:nvPr/>
        </p:nvGrpSpPr>
        <p:grpSpPr>
          <a:xfrm>
            <a:off x="3094325" y="5657515"/>
            <a:ext cx="285750" cy="285750"/>
            <a:chOff x="5810290" y="344185"/>
            <a:chExt cx="285750" cy="285750"/>
          </a:xfrm>
          <a:solidFill>
            <a:schemeClr val="accent6">
              <a:lumMod val="75000"/>
            </a:schemeClr>
          </a:solidFill>
        </p:grpSpPr>
        <p:sp>
          <p:nvSpPr>
            <p:cNvPr id="85" name="îṣļîḑé-Oval 7">
              <a:extLst>
                <a:ext uri="{FF2B5EF4-FFF2-40B4-BE49-F238E27FC236}">
                  <a16:creationId xmlns="" xmlns:a16="http://schemas.microsoft.com/office/drawing/2014/main" id="{9362CE7E-15B4-4E94-9550-EA514B5841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0290" y="344185"/>
              <a:ext cx="285750" cy="28575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86" name="圖片 8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7915" y="392120"/>
              <a:ext cx="190500" cy="190500"/>
            </a:xfrm>
            <a:prstGeom prst="rect">
              <a:avLst/>
            </a:prstGeom>
            <a:grpFill/>
          </p:spPr>
        </p:pic>
      </p:grpSp>
      <p:sp>
        <p:nvSpPr>
          <p:cNvPr id="87" name="矩形 86"/>
          <p:cNvSpPr/>
          <p:nvPr/>
        </p:nvSpPr>
        <p:spPr>
          <a:xfrm>
            <a:off x="3380074" y="5624726"/>
            <a:ext cx="1490506" cy="328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交付提案建議書</a:t>
            </a:r>
            <a:endParaRPr lang="zh-CN" altLang="en-US" sz="14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88" name="群組 87"/>
          <p:cNvGrpSpPr/>
          <p:nvPr/>
        </p:nvGrpSpPr>
        <p:grpSpPr>
          <a:xfrm>
            <a:off x="7467916" y="5657515"/>
            <a:ext cx="285750" cy="285750"/>
            <a:chOff x="5810290" y="344185"/>
            <a:chExt cx="285750" cy="285750"/>
          </a:xfrm>
          <a:solidFill>
            <a:schemeClr val="accent6">
              <a:lumMod val="75000"/>
            </a:schemeClr>
          </a:solidFill>
        </p:grpSpPr>
        <p:sp>
          <p:nvSpPr>
            <p:cNvPr id="89" name="îṣļîḑé-Oval 7">
              <a:extLst>
                <a:ext uri="{FF2B5EF4-FFF2-40B4-BE49-F238E27FC236}">
                  <a16:creationId xmlns="" xmlns:a16="http://schemas.microsoft.com/office/drawing/2014/main" id="{9362CE7E-15B4-4E94-9550-EA514B5841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0290" y="344185"/>
              <a:ext cx="285750" cy="28575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90" name="圖片 8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7915" y="392120"/>
              <a:ext cx="190500" cy="190500"/>
            </a:xfrm>
            <a:prstGeom prst="rect">
              <a:avLst/>
            </a:prstGeom>
            <a:grpFill/>
          </p:spPr>
        </p:pic>
      </p:grpSp>
      <p:sp>
        <p:nvSpPr>
          <p:cNvPr id="91" name="矩形 90"/>
          <p:cNvSpPr/>
          <p:nvPr/>
        </p:nvSpPr>
        <p:spPr>
          <a:xfrm>
            <a:off x="7739519" y="5624726"/>
            <a:ext cx="1289135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雛型</a:t>
            </a:r>
            <a:r>
              <a:rPr lang="zh-TW" altLang="en-US" sz="1400" b="1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確認</a:t>
            </a:r>
            <a:endParaRPr lang="en-US" altLang="zh-TW" sz="1400" b="1" dirty="0" smtClean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  <a:defRPr/>
            </a:pP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完成主要功能</a:t>
            </a:r>
            <a:endParaRPr lang="zh-CN" altLang="en-US" sz="14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  <a:defRPr/>
            </a:pPr>
            <a:r>
              <a:rPr lang="zh-TW" altLang="en-US" sz="1400" b="1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提供</a:t>
            </a: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測試環境</a:t>
            </a:r>
            <a:endParaRPr lang="zh-CN" altLang="en-US" sz="14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92" name="群組 91"/>
          <p:cNvGrpSpPr/>
          <p:nvPr/>
        </p:nvGrpSpPr>
        <p:grpSpPr>
          <a:xfrm>
            <a:off x="9626376" y="5657515"/>
            <a:ext cx="285750" cy="285750"/>
            <a:chOff x="5810290" y="344185"/>
            <a:chExt cx="285750" cy="285750"/>
          </a:xfrm>
          <a:solidFill>
            <a:schemeClr val="accent6">
              <a:lumMod val="75000"/>
            </a:schemeClr>
          </a:solidFill>
        </p:grpSpPr>
        <p:sp>
          <p:nvSpPr>
            <p:cNvPr id="93" name="îṣļîḑé-Oval 7">
              <a:extLst>
                <a:ext uri="{FF2B5EF4-FFF2-40B4-BE49-F238E27FC236}">
                  <a16:creationId xmlns="" xmlns:a16="http://schemas.microsoft.com/office/drawing/2014/main" id="{9362CE7E-15B4-4E94-9550-EA514B5841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0290" y="344185"/>
              <a:ext cx="285750" cy="28575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94" name="圖片 9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7915" y="392120"/>
              <a:ext cx="190500" cy="190500"/>
            </a:xfrm>
            <a:prstGeom prst="rect">
              <a:avLst/>
            </a:prstGeom>
            <a:grpFill/>
          </p:spPr>
        </p:pic>
      </p:grpSp>
      <p:sp>
        <p:nvSpPr>
          <p:cNvPr id="95" name="矩形 94"/>
          <p:cNvSpPr/>
          <p:nvPr/>
        </p:nvSpPr>
        <p:spPr>
          <a:xfrm>
            <a:off x="9912126" y="5624726"/>
            <a:ext cx="1289135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部署正式環境</a:t>
            </a:r>
            <a:endParaRPr lang="en-US" altLang="zh-TW" sz="14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  <a:defRPr/>
            </a:pP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交付程式碼</a:t>
            </a:r>
            <a:endParaRPr lang="zh-CN" altLang="en-US" sz="14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174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8c4f7eb-1b16-44de-90a7-b6339bf5b933">
            <a:extLst>
              <a:ext uri="{FF2B5EF4-FFF2-40B4-BE49-F238E27FC236}">
                <a16:creationId xmlns="" xmlns:a16="http://schemas.microsoft.com/office/drawing/2014/main" id="{EA4F8F9C-1BB4-452F-B061-D835343CC28B}"/>
              </a:ext>
            </a:extLst>
          </p:cNvPr>
          <p:cNvGrpSpPr>
            <a:grpSpLocks noChangeAspect="1"/>
          </p:cNvGrpSpPr>
          <p:nvPr/>
        </p:nvGrpSpPr>
        <p:grpSpPr>
          <a:xfrm>
            <a:off x="1685615" y="2102656"/>
            <a:ext cx="8437377" cy="3234725"/>
            <a:chOff x="1685615" y="2102656"/>
            <a:chExt cx="8437377" cy="3234725"/>
          </a:xfrm>
        </p:grpSpPr>
        <p:grpSp>
          <p:nvGrpSpPr>
            <p:cNvPr id="3" name="Group 13">
              <a:extLst>
                <a:ext uri="{FF2B5EF4-FFF2-40B4-BE49-F238E27FC236}">
                  <a16:creationId xmlns="" xmlns:a16="http://schemas.microsoft.com/office/drawing/2014/main" id="{54268130-F1EA-4549-BC3C-58937F5D6ADD}"/>
                </a:ext>
              </a:extLst>
            </p:cNvPr>
            <p:cNvGrpSpPr/>
            <p:nvPr/>
          </p:nvGrpSpPr>
          <p:grpSpPr>
            <a:xfrm>
              <a:off x="5231904" y="2273506"/>
              <a:ext cx="4891088" cy="3063875"/>
              <a:chOff x="5915980" y="2147007"/>
              <a:chExt cx="4891088" cy="3063875"/>
            </a:xfrm>
          </p:grpSpPr>
          <p:sp>
            <p:nvSpPr>
              <p:cNvPr id="17" name="íślíḋè-Freeform: Shape 2">
                <a:extLst>
                  <a:ext uri="{FF2B5EF4-FFF2-40B4-BE49-F238E27FC236}">
                    <a16:creationId xmlns="" xmlns:a16="http://schemas.microsoft.com/office/drawing/2014/main" id="{C9BC3793-ADCD-4859-AF16-BC174AB760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5980" y="2816932"/>
                <a:ext cx="2324100" cy="2011362"/>
              </a:xfrm>
              <a:custGeom>
                <a:avLst/>
                <a:gdLst>
                  <a:gd name="T0" fmla="*/ 1256 w 2521"/>
                  <a:gd name="T1" fmla="*/ 2181 h 2182"/>
                  <a:gd name="T2" fmla="*/ 1256 w 2521"/>
                  <a:gd name="T3" fmla="*/ 2181 h 2182"/>
                  <a:gd name="T4" fmla="*/ 444 w 2521"/>
                  <a:gd name="T5" fmla="*/ 774 h 2182"/>
                  <a:gd name="T6" fmla="*/ 2077 w 2521"/>
                  <a:gd name="T7" fmla="*/ 774 h 2182"/>
                  <a:gd name="T8" fmla="*/ 1256 w 2521"/>
                  <a:gd name="T9" fmla="*/ 2181 h 2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1" h="2182">
                    <a:moveTo>
                      <a:pt x="1256" y="2181"/>
                    </a:moveTo>
                    <a:lnTo>
                      <a:pt x="1256" y="2181"/>
                    </a:lnTo>
                    <a:cubicBezTo>
                      <a:pt x="359" y="2181"/>
                      <a:pt x="0" y="1548"/>
                      <a:pt x="444" y="774"/>
                    </a:cubicBezTo>
                    <a:cubicBezTo>
                      <a:pt x="897" y="0"/>
                      <a:pt x="1624" y="0"/>
                      <a:pt x="2077" y="774"/>
                    </a:cubicBezTo>
                    <a:cubicBezTo>
                      <a:pt x="2520" y="1548"/>
                      <a:pt x="2153" y="2181"/>
                      <a:pt x="1256" y="218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íślíḋè-Freeform: Shape 3">
                <a:extLst>
                  <a:ext uri="{FF2B5EF4-FFF2-40B4-BE49-F238E27FC236}">
                    <a16:creationId xmlns="" xmlns:a16="http://schemas.microsoft.com/office/drawing/2014/main" id="{5EC50E72-5512-4969-B451-3435D17FF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5755" y="2261307"/>
                <a:ext cx="844550" cy="625476"/>
              </a:xfrm>
              <a:custGeom>
                <a:avLst/>
                <a:gdLst>
                  <a:gd name="T0" fmla="*/ 850 w 916"/>
                  <a:gd name="T1" fmla="*/ 113 h 681"/>
                  <a:gd name="T2" fmla="*/ 850 w 916"/>
                  <a:gd name="T3" fmla="*/ 113 h 681"/>
                  <a:gd name="T4" fmla="*/ 727 w 916"/>
                  <a:gd name="T5" fmla="*/ 160 h 681"/>
                  <a:gd name="T6" fmla="*/ 651 w 916"/>
                  <a:gd name="T7" fmla="*/ 132 h 681"/>
                  <a:gd name="T8" fmla="*/ 623 w 916"/>
                  <a:gd name="T9" fmla="*/ 75 h 681"/>
                  <a:gd name="T10" fmla="*/ 566 w 916"/>
                  <a:gd name="T11" fmla="*/ 0 h 681"/>
                  <a:gd name="T12" fmla="*/ 519 w 916"/>
                  <a:gd name="T13" fmla="*/ 75 h 681"/>
                  <a:gd name="T14" fmla="*/ 491 w 916"/>
                  <a:gd name="T15" fmla="*/ 132 h 681"/>
                  <a:gd name="T16" fmla="*/ 415 w 916"/>
                  <a:gd name="T17" fmla="*/ 142 h 681"/>
                  <a:gd name="T18" fmla="*/ 406 w 916"/>
                  <a:gd name="T19" fmla="*/ 142 h 681"/>
                  <a:gd name="T20" fmla="*/ 340 w 916"/>
                  <a:gd name="T21" fmla="*/ 75 h 681"/>
                  <a:gd name="T22" fmla="*/ 283 w 916"/>
                  <a:gd name="T23" fmla="*/ 142 h 681"/>
                  <a:gd name="T24" fmla="*/ 264 w 916"/>
                  <a:gd name="T25" fmla="*/ 170 h 681"/>
                  <a:gd name="T26" fmla="*/ 189 w 916"/>
                  <a:gd name="T27" fmla="*/ 179 h 681"/>
                  <a:gd name="T28" fmla="*/ 189 w 916"/>
                  <a:gd name="T29" fmla="*/ 179 h 681"/>
                  <a:gd name="T30" fmla="*/ 66 w 916"/>
                  <a:gd name="T31" fmla="*/ 113 h 681"/>
                  <a:gd name="T32" fmla="*/ 57 w 916"/>
                  <a:gd name="T33" fmla="*/ 113 h 681"/>
                  <a:gd name="T34" fmla="*/ 9 w 916"/>
                  <a:gd name="T35" fmla="*/ 189 h 681"/>
                  <a:gd name="T36" fmla="*/ 151 w 916"/>
                  <a:gd name="T37" fmla="*/ 613 h 681"/>
                  <a:gd name="T38" fmla="*/ 245 w 916"/>
                  <a:gd name="T39" fmla="*/ 680 h 681"/>
                  <a:gd name="T40" fmla="*/ 661 w 916"/>
                  <a:gd name="T41" fmla="*/ 680 h 681"/>
                  <a:gd name="T42" fmla="*/ 764 w 916"/>
                  <a:gd name="T43" fmla="*/ 613 h 681"/>
                  <a:gd name="T44" fmla="*/ 906 w 916"/>
                  <a:gd name="T45" fmla="*/ 189 h 681"/>
                  <a:gd name="T46" fmla="*/ 850 w 916"/>
                  <a:gd name="T47" fmla="*/ 113 h 6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16" h="681">
                    <a:moveTo>
                      <a:pt x="850" y="113"/>
                    </a:moveTo>
                    <a:lnTo>
                      <a:pt x="850" y="113"/>
                    </a:lnTo>
                    <a:cubicBezTo>
                      <a:pt x="802" y="113"/>
                      <a:pt x="755" y="132"/>
                      <a:pt x="727" y="160"/>
                    </a:cubicBezTo>
                    <a:cubicBezTo>
                      <a:pt x="699" y="179"/>
                      <a:pt x="670" y="170"/>
                      <a:pt x="651" y="132"/>
                    </a:cubicBezTo>
                    <a:cubicBezTo>
                      <a:pt x="623" y="75"/>
                      <a:pt x="623" y="75"/>
                      <a:pt x="623" y="75"/>
                    </a:cubicBezTo>
                    <a:cubicBezTo>
                      <a:pt x="604" y="38"/>
                      <a:pt x="585" y="0"/>
                      <a:pt x="566" y="0"/>
                    </a:cubicBezTo>
                    <a:cubicBezTo>
                      <a:pt x="557" y="0"/>
                      <a:pt x="538" y="38"/>
                      <a:pt x="519" y="75"/>
                    </a:cubicBezTo>
                    <a:cubicBezTo>
                      <a:pt x="491" y="132"/>
                      <a:pt x="491" y="132"/>
                      <a:pt x="491" y="132"/>
                    </a:cubicBezTo>
                    <a:cubicBezTo>
                      <a:pt x="472" y="170"/>
                      <a:pt x="434" y="170"/>
                      <a:pt x="415" y="142"/>
                    </a:cubicBezTo>
                    <a:cubicBezTo>
                      <a:pt x="406" y="142"/>
                      <a:pt x="406" y="142"/>
                      <a:pt x="406" y="142"/>
                    </a:cubicBezTo>
                    <a:cubicBezTo>
                      <a:pt x="387" y="104"/>
                      <a:pt x="359" y="75"/>
                      <a:pt x="340" y="75"/>
                    </a:cubicBezTo>
                    <a:cubicBezTo>
                      <a:pt x="330" y="75"/>
                      <a:pt x="302" y="113"/>
                      <a:pt x="283" y="142"/>
                    </a:cubicBezTo>
                    <a:cubicBezTo>
                      <a:pt x="264" y="170"/>
                      <a:pt x="264" y="170"/>
                      <a:pt x="264" y="170"/>
                    </a:cubicBezTo>
                    <a:cubicBezTo>
                      <a:pt x="245" y="207"/>
                      <a:pt x="208" y="207"/>
                      <a:pt x="189" y="179"/>
                    </a:cubicBezTo>
                    <a:lnTo>
                      <a:pt x="189" y="179"/>
                    </a:lnTo>
                    <a:cubicBezTo>
                      <a:pt x="160" y="142"/>
                      <a:pt x="104" y="113"/>
                      <a:pt x="66" y="113"/>
                    </a:cubicBezTo>
                    <a:cubicBezTo>
                      <a:pt x="57" y="113"/>
                      <a:pt x="57" y="113"/>
                      <a:pt x="57" y="113"/>
                    </a:cubicBezTo>
                    <a:cubicBezTo>
                      <a:pt x="19" y="113"/>
                      <a:pt x="0" y="151"/>
                      <a:pt x="9" y="189"/>
                    </a:cubicBezTo>
                    <a:cubicBezTo>
                      <a:pt x="151" y="613"/>
                      <a:pt x="151" y="613"/>
                      <a:pt x="151" y="613"/>
                    </a:cubicBezTo>
                    <a:cubicBezTo>
                      <a:pt x="160" y="651"/>
                      <a:pt x="208" y="680"/>
                      <a:pt x="245" y="680"/>
                    </a:cubicBezTo>
                    <a:cubicBezTo>
                      <a:pt x="661" y="680"/>
                      <a:pt x="661" y="680"/>
                      <a:pt x="661" y="680"/>
                    </a:cubicBezTo>
                    <a:cubicBezTo>
                      <a:pt x="708" y="680"/>
                      <a:pt x="746" y="651"/>
                      <a:pt x="764" y="613"/>
                    </a:cubicBezTo>
                    <a:cubicBezTo>
                      <a:pt x="906" y="189"/>
                      <a:pt x="906" y="189"/>
                      <a:pt x="906" y="189"/>
                    </a:cubicBezTo>
                    <a:cubicBezTo>
                      <a:pt x="915" y="151"/>
                      <a:pt x="897" y="113"/>
                      <a:pt x="850" y="11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9" name="íślíḋè-Freeform: Shape 4">
                <a:extLst>
                  <a:ext uri="{FF2B5EF4-FFF2-40B4-BE49-F238E27FC236}">
                    <a16:creationId xmlns="" xmlns:a16="http://schemas.microsoft.com/office/drawing/2014/main" id="{626FB023-526A-4D0C-9C1A-D0CAB1D5E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4703" y="2870309"/>
                <a:ext cx="662164" cy="174732"/>
              </a:xfrm>
              <a:custGeom>
                <a:avLst/>
                <a:gdLst>
                  <a:gd name="T0" fmla="*/ 92996688 w 719"/>
                  <a:gd name="T1" fmla="*/ 12262909 h 190"/>
                  <a:gd name="T2" fmla="*/ 92996688 w 719"/>
                  <a:gd name="T3" fmla="*/ 12262909 h 190"/>
                  <a:gd name="T4" fmla="*/ 78360619 w 719"/>
                  <a:gd name="T5" fmla="*/ 24396478 h 190"/>
                  <a:gd name="T6" fmla="*/ 15931318 w 719"/>
                  <a:gd name="T7" fmla="*/ 24396478 h 190"/>
                  <a:gd name="T8" fmla="*/ 0 w 719"/>
                  <a:gd name="T9" fmla="*/ 12262909 h 190"/>
                  <a:gd name="T10" fmla="*/ 15931318 w 719"/>
                  <a:gd name="T11" fmla="*/ 0 h 190"/>
                  <a:gd name="T12" fmla="*/ 78360619 w 719"/>
                  <a:gd name="T13" fmla="*/ 0 h 190"/>
                  <a:gd name="T14" fmla="*/ 92996688 w 719"/>
                  <a:gd name="T15" fmla="*/ 12262909 h 19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19" h="190">
                    <a:moveTo>
                      <a:pt x="718" y="95"/>
                    </a:moveTo>
                    <a:lnTo>
                      <a:pt x="718" y="95"/>
                    </a:lnTo>
                    <a:cubicBezTo>
                      <a:pt x="718" y="152"/>
                      <a:pt x="670" y="189"/>
                      <a:pt x="605" y="189"/>
                    </a:cubicBezTo>
                    <a:cubicBezTo>
                      <a:pt x="123" y="189"/>
                      <a:pt x="123" y="189"/>
                      <a:pt x="123" y="189"/>
                    </a:cubicBezTo>
                    <a:cubicBezTo>
                      <a:pt x="57" y="189"/>
                      <a:pt x="0" y="152"/>
                      <a:pt x="0" y="95"/>
                    </a:cubicBezTo>
                    <a:cubicBezTo>
                      <a:pt x="0" y="48"/>
                      <a:pt x="57" y="0"/>
                      <a:pt x="123" y="0"/>
                    </a:cubicBezTo>
                    <a:cubicBezTo>
                      <a:pt x="605" y="0"/>
                      <a:pt x="605" y="0"/>
                      <a:pt x="605" y="0"/>
                    </a:cubicBezTo>
                    <a:cubicBezTo>
                      <a:pt x="670" y="0"/>
                      <a:pt x="718" y="48"/>
                      <a:pt x="718" y="9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íślíḋè-Freeform: Shape 6">
                <a:extLst>
                  <a:ext uri="{FF2B5EF4-FFF2-40B4-BE49-F238E27FC236}">
                    <a16:creationId xmlns="" xmlns:a16="http://schemas.microsoft.com/office/drawing/2014/main" id="{B86F13BA-78AE-4A0A-8E18-A25994347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5530" y="2748670"/>
                <a:ext cx="2141538" cy="1865312"/>
              </a:xfrm>
              <a:custGeom>
                <a:avLst/>
                <a:gdLst>
                  <a:gd name="T0" fmla="*/ 1161 w 2323"/>
                  <a:gd name="T1" fmla="*/ 2021 h 2022"/>
                  <a:gd name="T2" fmla="*/ 1161 w 2323"/>
                  <a:gd name="T3" fmla="*/ 2021 h 2022"/>
                  <a:gd name="T4" fmla="*/ 415 w 2323"/>
                  <a:gd name="T5" fmla="*/ 718 h 2022"/>
                  <a:gd name="T6" fmla="*/ 1916 w 2323"/>
                  <a:gd name="T7" fmla="*/ 718 h 2022"/>
                  <a:gd name="T8" fmla="*/ 1161 w 2323"/>
                  <a:gd name="T9" fmla="*/ 2021 h 20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23" h="2022">
                    <a:moveTo>
                      <a:pt x="1161" y="2021"/>
                    </a:moveTo>
                    <a:lnTo>
                      <a:pt x="1161" y="2021"/>
                    </a:lnTo>
                    <a:cubicBezTo>
                      <a:pt x="340" y="2021"/>
                      <a:pt x="0" y="1435"/>
                      <a:pt x="415" y="718"/>
                    </a:cubicBezTo>
                    <a:cubicBezTo>
                      <a:pt x="821" y="0"/>
                      <a:pt x="1501" y="0"/>
                      <a:pt x="1916" y="718"/>
                    </a:cubicBezTo>
                    <a:cubicBezTo>
                      <a:pt x="2322" y="1435"/>
                      <a:pt x="1992" y="2021"/>
                      <a:pt x="1161" y="2021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íślíḋè-Freeform: Shape 7">
                <a:extLst>
                  <a:ext uri="{FF2B5EF4-FFF2-40B4-BE49-F238E27FC236}">
                    <a16:creationId xmlns="" xmlns:a16="http://schemas.microsoft.com/office/drawing/2014/main" id="{325CCE51-043F-46CC-804A-4C0E6119D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44980" y="2243845"/>
                <a:ext cx="784225" cy="577851"/>
              </a:xfrm>
              <a:custGeom>
                <a:avLst/>
                <a:gdLst>
                  <a:gd name="T0" fmla="*/ 784 w 851"/>
                  <a:gd name="T1" fmla="*/ 104 h 624"/>
                  <a:gd name="T2" fmla="*/ 784 w 851"/>
                  <a:gd name="T3" fmla="*/ 104 h 624"/>
                  <a:gd name="T4" fmla="*/ 680 w 851"/>
                  <a:gd name="T5" fmla="*/ 141 h 624"/>
                  <a:gd name="T6" fmla="*/ 604 w 851"/>
                  <a:gd name="T7" fmla="*/ 123 h 624"/>
                  <a:gd name="T8" fmla="*/ 576 w 851"/>
                  <a:gd name="T9" fmla="*/ 66 h 624"/>
                  <a:gd name="T10" fmla="*/ 529 w 851"/>
                  <a:gd name="T11" fmla="*/ 0 h 624"/>
                  <a:gd name="T12" fmla="*/ 481 w 851"/>
                  <a:gd name="T13" fmla="*/ 66 h 624"/>
                  <a:gd name="T14" fmla="*/ 453 w 851"/>
                  <a:gd name="T15" fmla="*/ 123 h 624"/>
                  <a:gd name="T16" fmla="*/ 387 w 851"/>
                  <a:gd name="T17" fmla="*/ 132 h 624"/>
                  <a:gd name="T18" fmla="*/ 387 w 851"/>
                  <a:gd name="T19" fmla="*/ 123 h 624"/>
                  <a:gd name="T20" fmla="*/ 321 w 851"/>
                  <a:gd name="T21" fmla="*/ 75 h 624"/>
                  <a:gd name="T22" fmla="*/ 264 w 851"/>
                  <a:gd name="T23" fmla="*/ 132 h 624"/>
                  <a:gd name="T24" fmla="*/ 255 w 851"/>
                  <a:gd name="T25" fmla="*/ 161 h 624"/>
                  <a:gd name="T26" fmla="*/ 179 w 851"/>
                  <a:gd name="T27" fmla="*/ 161 h 624"/>
                  <a:gd name="T28" fmla="*/ 179 w 851"/>
                  <a:gd name="T29" fmla="*/ 161 h 624"/>
                  <a:gd name="T30" fmla="*/ 66 w 851"/>
                  <a:gd name="T31" fmla="*/ 104 h 624"/>
                  <a:gd name="T32" fmla="*/ 66 w 851"/>
                  <a:gd name="T33" fmla="*/ 104 h 624"/>
                  <a:gd name="T34" fmla="*/ 19 w 851"/>
                  <a:gd name="T35" fmla="*/ 170 h 624"/>
                  <a:gd name="T36" fmla="*/ 142 w 851"/>
                  <a:gd name="T37" fmla="*/ 557 h 624"/>
                  <a:gd name="T38" fmla="*/ 236 w 851"/>
                  <a:gd name="T39" fmla="*/ 623 h 624"/>
                  <a:gd name="T40" fmla="*/ 614 w 851"/>
                  <a:gd name="T41" fmla="*/ 623 h 624"/>
                  <a:gd name="T42" fmla="*/ 708 w 851"/>
                  <a:gd name="T43" fmla="*/ 557 h 624"/>
                  <a:gd name="T44" fmla="*/ 840 w 851"/>
                  <a:gd name="T45" fmla="*/ 170 h 624"/>
                  <a:gd name="T46" fmla="*/ 793 w 851"/>
                  <a:gd name="T47" fmla="*/ 104 h 624"/>
                  <a:gd name="T48" fmla="*/ 784 w 851"/>
                  <a:gd name="T49" fmla="*/ 104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51" h="624">
                    <a:moveTo>
                      <a:pt x="784" y="104"/>
                    </a:moveTo>
                    <a:lnTo>
                      <a:pt x="784" y="104"/>
                    </a:lnTo>
                    <a:cubicBezTo>
                      <a:pt x="746" y="104"/>
                      <a:pt x="699" y="123"/>
                      <a:pt x="680" y="141"/>
                    </a:cubicBezTo>
                    <a:cubicBezTo>
                      <a:pt x="652" y="170"/>
                      <a:pt x="623" y="151"/>
                      <a:pt x="604" y="123"/>
                    </a:cubicBezTo>
                    <a:cubicBezTo>
                      <a:pt x="576" y="66"/>
                      <a:pt x="576" y="66"/>
                      <a:pt x="576" y="66"/>
                    </a:cubicBezTo>
                    <a:cubicBezTo>
                      <a:pt x="566" y="28"/>
                      <a:pt x="538" y="0"/>
                      <a:pt x="529" y="0"/>
                    </a:cubicBezTo>
                    <a:cubicBezTo>
                      <a:pt x="519" y="0"/>
                      <a:pt x="501" y="28"/>
                      <a:pt x="481" y="66"/>
                    </a:cubicBezTo>
                    <a:cubicBezTo>
                      <a:pt x="453" y="123"/>
                      <a:pt x="453" y="123"/>
                      <a:pt x="453" y="123"/>
                    </a:cubicBezTo>
                    <a:cubicBezTo>
                      <a:pt x="444" y="151"/>
                      <a:pt x="406" y="161"/>
                      <a:pt x="387" y="132"/>
                    </a:cubicBezTo>
                    <a:cubicBezTo>
                      <a:pt x="387" y="123"/>
                      <a:pt x="387" y="123"/>
                      <a:pt x="387" y="123"/>
                    </a:cubicBezTo>
                    <a:cubicBezTo>
                      <a:pt x="359" y="94"/>
                      <a:pt x="330" y="75"/>
                      <a:pt x="321" y="75"/>
                    </a:cubicBezTo>
                    <a:cubicBezTo>
                      <a:pt x="312" y="75"/>
                      <a:pt x="283" y="94"/>
                      <a:pt x="264" y="132"/>
                    </a:cubicBezTo>
                    <a:cubicBezTo>
                      <a:pt x="255" y="161"/>
                      <a:pt x="255" y="161"/>
                      <a:pt x="255" y="161"/>
                    </a:cubicBezTo>
                    <a:cubicBezTo>
                      <a:pt x="236" y="189"/>
                      <a:pt x="198" y="189"/>
                      <a:pt x="179" y="161"/>
                    </a:cubicBezTo>
                    <a:lnTo>
                      <a:pt x="179" y="161"/>
                    </a:lnTo>
                    <a:cubicBezTo>
                      <a:pt x="151" y="132"/>
                      <a:pt x="104" y="104"/>
                      <a:pt x="66" y="104"/>
                    </a:cubicBezTo>
                    <a:lnTo>
                      <a:pt x="66" y="104"/>
                    </a:lnTo>
                    <a:cubicBezTo>
                      <a:pt x="28" y="104"/>
                      <a:pt x="0" y="132"/>
                      <a:pt x="19" y="170"/>
                    </a:cubicBezTo>
                    <a:cubicBezTo>
                      <a:pt x="142" y="557"/>
                      <a:pt x="142" y="557"/>
                      <a:pt x="142" y="557"/>
                    </a:cubicBezTo>
                    <a:cubicBezTo>
                      <a:pt x="161" y="595"/>
                      <a:pt x="198" y="623"/>
                      <a:pt x="236" y="623"/>
                    </a:cubicBezTo>
                    <a:cubicBezTo>
                      <a:pt x="614" y="623"/>
                      <a:pt x="614" y="623"/>
                      <a:pt x="614" y="623"/>
                    </a:cubicBezTo>
                    <a:cubicBezTo>
                      <a:pt x="652" y="623"/>
                      <a:pt x="699" y="595"/>
                      <a:pt x="708" y="557"/>
                    </a:cubicBezTo>
                    <a:cubicBezTo>
                      <a:pt x="840" y="170"/>
                      <a:pt x="840" y="170"/>
                      <a:pt x="840" y="170"/>
                    </a:cubicBezTo>
                    <a:cubicBezTo>
                      <a:pt x="850" y="132"/>
                      <a:pt x="831" y="104"/>
                      <a:pt x="793" y="104"/>
                    </a:cubicBezTo>
                    <a:lnTo>
                      <a:pt x="784" y="104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íślíḋè-Freeform: Shape 8">
                <a:extLst>
                  <a:ext uri="{FF2B5EF4-FFF2-40B4-BE49-F238E27FC236}">
                    <a16:creationId xmlns="" xmlns:a16="http://schemas.microsoft.com/office/drawing/2014/main" id="{EE2F8063-F87B-42EC-8FD2-7DEA80131D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29925" y="2801231"/>
                <a:ext cx="609355" cy="166602"/>
              </a:xfrm>
              <a:custGeom>
                <a:avLst/>
                <a:gdLst>
                  <a:gd name="T0" fmla="*/ 85525363 w 662"/>
                  <a:gd name="T1" fmla="*/ 12421131 h 180"/>
                  <a:gd name="T2" fmla="*/ 85525363 w 662"/>
                  <a:gd name="T3" fmla="*/ 12421131 h 180"/>
                  <a:gd name="T4" fmla="*/ 72198637 w 662"/>
                  <a:gd name="T5" fmla="*/ 23404200 h 180"/>
                  <a:gd name="T6" fmla="*/ 14750081 w 662"/>
                  <a:gd name="T7" fmla="*/ 23404200 h 180"/>
                  <a:gd name="T8" fmla="*/ 0 w 662"/>
                  <a:gd name="T9" fmla="*/ 12421131 h 180"/>
                  <a:gd name="T10" fmla="*/ 14750081 w 662"/>
                  <a:gd name="T11" fmla="*/ 0 h 180"/>
                  <a:gd name="T12" fmla="*/ 72198637 w 662"/>
                  <a:gd name="T13" fmla="*/ 0 h 180"/>
                  <a:gd name="T14" fmla="*/ 85525363 w 662"/>
                  <a:gd name="T15" fmla="*/ 12421131 h 18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62" h="180">
                    <a:moveTo>
                      <a:pt x="661" y="95"/>
                    </a:moveTo>
                    <a:lnTo>
                      <a:pt x="661" y="95"/>
                    </a:lnTo>
                    <a:cubicBezTo>
                      <a:pt x="661" y="142"/>
                      <a:pt x="614" y="179"/>
                      <a:pt x="558" y="179"/>
                    </a:cubicBezTo>
                    <a:cubicBezTo>
                      <a:pt x="114" y="179"/>
                      <a:pt x="114" y="179"/>
                      <a:pt x="114" y="179"/>
                    </a:cubicBezTo>
                    <a:cubicBezTo>
                      <a:pt x="57" y="179"/>
                      <a:pt x="0" y="142"/>
                      <a:pt x="0" y="95"/>
                    </a:cubicBezTo>
                    <a:cubicBezTo>
                      <a:pt x="0" y="47"/>
                      <a:pt x="57" y="0"/>
                      <a:pt x="114" y="0"/>
                    </a:cubicBezTo>
                    <a:cubicBezTo>
                      <a:pt x="558" y="0"/>
                      <a:pt x="558" y="0"/>
                      <a:pt x="558" y="0"/>
                    </a:cubicBezTo>
                    <a:cubicBezTo>
                      <a:pt x="614" y="0"/>
                      <a:pt x="661" y="47"/>
                      <a:pt x="661" y="9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íślíḋè-Freeform: Shape 10">
                <a:extLst>
                  <a:ext uri="{FF2B5EF4-FFF2-40B4-BE49-F238E27FC236}">
                    <a16:creationId xmlns="" xmlns:a16="http://schemas.microsoft.com/office/drawing/2014/main" id="{13EBBC43-CCED-453A-809D-76A262E57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7393" y="2808994"/>
                <a:ext cx="2774950" cy="2401888"/>
              </a:xfrm>
              <a:custGeom>
                <a:avLst/>
                <a:gdLst>
                  <a:gd name="T0" fmla="*/ 1500 w 3012"/>
                  <a:gd name="T1" fmla="*/ 2605 h 2606"/>
                  <a:gd name="T2" fmla="*/ 1500 w 3012"/>
                  <a:gd name="T3" fmla="*/ 2605 h 2606"/>
                  <a:gd name="T4" fmla="*/ 538 w 3012"/>
                  <a:gd name="T5" fmla="*/ 925 h 2606"/>
                  <a:gd name="T6" fmla="*/ 2473 w 3012"/>
                  <a:gd name="T7" fmla="*/ 925 h 2606"/>
                  <a:gd name="T8" fmla="*/ 1500 w 3012"/>
                  <a:gd name="T9" fmla="*/ 2605 h 2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12" h="2606">
                    <a:moveTo>
                      <a:pt x="1500" y="2605"/>
                    </a:moveTo>
                    <a:lnTo>
                      <a:pt x="1500" y="2605"/>
                    </a:lnTo>
                    <a:cubicBezTo>
                      <a:pt x="434" y="2605"/>
                      <a:pt x="0" y="1850"/>
                      <a:pt x="538" y="925"/>
                    </a:cubicBezTo>
                    <a:cubicBezTo>
                      <a:pt x="1066" y="0"/>
                      <a:pt x="1944" y="0"/>
                      <a:pt x="2473" y="925"/>
                    </a:cubicBezTo>
                    <a:cubicBezTo>
                      <a:pt x="3011" y="1850"/>
                      <a:pt x="2576" y="2605"/>
                      <a:pt x="1500" y="260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íślíḋè-Freeform: Shape 11">
                <a:extLst>
                  <a:ext uri="{FF2B5EF4-FFF2-40B4-BE49-F238E27FC236}">
                    <a16:creationId xmlns="" xmlns:a16="http://schemas.microsoft.com/office/drawing/2014/main" id="{B97F67C0-A1AA-446A-B6B6-D1192B101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5279" y="2147007"/>
                <a:ext cx="1016001" cy="747714"/>
              </a:xfrm>
              <a:custGeom>
                <a:avLst/>
                <a:gdLst>
                  <a:gd name="T0" fmla="*/ 1018 w 1104"/>
                  <a:gd name="T1" fmla="*/ 142 h 813"/>
                  <a:gd name="T2" fmla="*/ 1018 w 1104"/>
                  <a:gd name="T3" fmla="*/ 142 h 813"/>
                  <a:gd name="T4" fmla="*/ 877 w 1104"/>
                  <a:gd name="T5" fmla="*/ 189 h 813"/>
                  <a:gd name="T6" fmla="*/ 782 w 1104"/>
                  <a:gd name="T7" fmla="*/ 151 h 813"/>
                  <a:gd name="T8" fmla="*/ 745 w 1104"/>
                  <a:gd name="T9" fmla="*/ 85 h 813"/>
                  <a:gd name="T10" fmla="*/ 688 w 1104"/>
                  <a:gd name="T11" fmla="*/ 0 h 813"/>
                  <a:gd name="T12" fmla="*/ 622 w 1104"/>
                  <a:gd name="T13" fmla="*/ 85 h 813"/>
                  <a:gd name="T14" fmla="*/ 584 w 1104"/>
                  <a:gd name="T15" fmla="*/ 151 h 813"/>
                  <a:gd name="T16" fmla="*/ 499 w 1104"/>
                  <a:gd name="T17" fmla="*/ 161 h 813"/>
                  <a:gd name="T18" fmla="*/ 499 w 1104"/>
                  <a:gd name="T19" fmla="*/ 161 h 813"/>
                  <a:gd name="T20" fmla="*/ 414 w 1104"/>
                  <a:gd name="T21" fmla="*/ 94 h 813"/>
                  <a:gd name="T22" fmla="*/ 348 w 1104"/>
                  <a:gd name="T23" fmla="*/ 170 h 813"/>
                  <a:gd name="T24" fmla="*/ 329 w 1104"/>
                  <a:gd name="T25" fmla="*/ 198 h 813"/>
                  <a:gd name="T26" fmla="*/ 225 w 1104"/>
                  <a:gd name="T27" fmla="*/ 208 h 813"/>
                  <a:gd name="T28" fmla="*/ 225 w 1104"/>
                  <a:gd name="T29" fmla="*/ 208 h 813"/>
                  <a:gd name="T30" fmla="*/ 84 w 1104"/>
                  <a:gd name="T31" fmla="*/ 142 h 813"/>
                  <a:gd name="T32" fmla="*/ 75 w 1104"/>
                  <a:gd name="T33" fmla="*/ 142 h 813"/>
                  <a:gd name="T34" fmla="*/ 18 w 1104"/>
                  <a:gd name="T35" fmla="*/ 227 h 813"/>
                  <a:gd name="T36" fmla="*/ 187 w 1104"/>
                  <a:gd name="T37" fmla="*/ 727 h 813"/>
                  <a:gd name="T38" fmla="*/ 301 w 1104"/>
                  <a:gd name="T39" fmla="*/ 812 h 813"/>
                  <a:gd name="T40" fmla="*/ 801 w 1104"/>
                  <a:gd name="T41" fmla="*/ 812 h 813"/>
                  <a:gd name="T42" fmla="*/ 914 w 1104"/>
                  <a:gd name="T43" fmla="*/ 727 h 813"/>
                  <a:gd name="T44" fmla="*/ 1084 w 1104"/>
                  <a:gd name="T45" fmla="*/ 227 h 813"/>
                  <a:gd name="T46" fmla="*/ 1018 w 1104"/>
                  <a:gd name="T47" fmla="*/ 142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04" h="813">
                    <a:moveTo>
                      <a:pt x="1018" y="142"/>
                    </a:moveTo>
                    <a:lnTo>
                      <a:pt x="1018" y="142"/>
                    </a:lnTo>
                    <a:cubicBezTo>
                      <a:pt x="971" y="142"/>
                      <a:pt x="905" y="161"/>
                      <a:pt x="877" y="189"/>
                    </a:cubicBezTo>
                    <a:cubicBezTo>
                      <a:pt x="848" y="217"/>
                      <a:pt x="801" y="198"/>
                      <a:pt x="782" y="151"/>
                    </a:cubicBezTo>
                    <a:cubicBezTo>
                      <a:pt x="745" y="85"/>
                      <a:pt x="745" y="85"/>
                      <a:pt x="745" y="85"/>
                    </a:cubicBezTo>
                    <a:cubicBezTo>
                      <a:pt x="726" y="38"/>
                      <a:pt x="697" y="0"/>
                      <a:pt x="688" y="0"/>
                    </a:cubicBezTo>
                    <a:cubicBezTo>
                      <a:pt x="669" y="0"/>
                      <a:pt x="641" y="38"/>
                      <a:pt x="622" y="85"/>
                    </a:cubicBezTo>
                    <a:cubicBezTo>
                      <a:pt x="584" y="151"/>
                      <a:pt x="584" y="151"/>
                      <a:pt x="584" y="151"/>
                    </a:cubicBezTo>
                    <a:cubicBezTo>
                      <a:pt x="565" y="198"/>
                      <a:pt x="527" y="208"/>
                      <a:pt x="499" y="161"/>
                    </a:cubicBezTo>
                    <a:lnTo>
                      <a:pt x="499" y="161"/>
                    </a:lnTo>
                    <a:cubicBezTo>
                      <a:pt x="461" y="123"/>
                      <a:pt x="433" y="94"/>
                      <a:pt x="414" y="94"/>
                    </a:cubicBezTo>
                    <a:cubicBezTo>
                      <a:pt x="405" y="94"/>
                      <a:pt x="367" y="123"/>
                      <a:pt x="348" y="170"/>
                    </a:cubicBezTo>
                    <a:cubicBezTo>
                      <a:pt x="329" y="198"/>
                      <a:pt x="329" y="198"/>
                      <a:pt x="329" y="198"/>
                    </a:cubicBezTo>
                    <a:cubicBezTo>
                      <a:pt x="301" y="245"/>
                      <a:pt x="254" y="245"/>
                      <a:pt x="225" y="208"/>
                    </a:cubicBezTo>
                    <a:lnTo>
                      <a:pt x="225" y="208"/>
                    </a:lnTo>
                    <a:cubicBezTo>
                      <a:pt x="197" y="170"/>
                      <a:pt x="131" y="142"/>
                      <a:pt x="84" y="142"/>
                    </a:cubicBezTo>
                    <a:cubicBezTo>
                      <a:pt x="75" y="142"/>
                      <a:pt x="75" y="142"/>
                      <a:pt x="75" y="142"/>
                    </a:cubicBezTo>
                    <a:cubicBezTo>
                      <a:pt x="28" y="142"/>
                      <a:pt x="0" y="179"/>
                      <a:pt x="18" y="227"/>
                    </a:cubicBezTo>
                    <a:cubicBezTo>
                      <a:pt x="187" y="727"/>
                      <a:pt x="187" y="727"/>
                      <a:pt x="187" y="727"/>
                    </a:cubicBezTo>
                    <a:cubicBezTo>
                      <a:pt x="197" y="774"/>
                      <a:pt x="254" y="812"/>
                      <a:pt x="301" y="812"/>
                    </a:cubicBezTo>
                    <a:cubicBezTo>
                      <a:pt x="801" y="812"/>
                      <a:pt x="801" y="812"/>
                      <a:pt x="801" y="812"/>
                    </a:cubicBezTo>
                    <a:cubicBezTo>
                      <a:pt x="848" y="812"/>
                      <a:pt x="896" y="774"/>
                      <a:pt x="914" y="727"/>
                    </a:cubicBezTo>
                    <a:cubicBezTo>
                      <a:pt x="1084" y="227"/>
                      <a:pt x="1084" y="227"/>
                      <a:pt x="1084" y="227"/>
                    </a:cubicBezTo>
                    <a:cubicBezTo>
                      <a:pt x="1103" y="179"/>
                      <a:pt x="1075" y="142"/>
                      <a:pt x="1018" y="14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íślíḋè-Freeform: Shape 12">
                <a:extLst>
                  <a:ext uri="{FF2B5EF4-FFF2-40B4-BE49-F238E27FC236}">
                    <a16:creationId xmlns="" xmlns:a16="http://schemas.microsoft.com/office/drawing/2014/main" id="{5A44126D-65FB-4477-95A7-72EE037B95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8721" y="2870309"/>
                <a:ext cx="792163" cy="211302"/>
              </a:xfrm>
              <a:custGeom>
                <a:avLst/>
                <a:gdLst>
                  <a:gd name="T0" fmla="*/ 111299777 w 860"/>
                  <a:gd name="T1" fmla="*/ 14944084 h 228"/>
                  <a:gd name="T2" fmla="*/ 111299777 w 860"/>
                  <a:gd name="T3" fmla="*/ 14944084 h 228"/>
                  <a:gd name="T4" fmla="*/ 93030521 w 860"/>
                  <a:gd name="T5" fmla="*/ 29757103 h 228"/>
                  <a:gd name="T6" fmla="*/ 18398841 w 860"/>
                  <a:gd name="T7" fmla="*/ 29757103 h 228"/>
                  <a:gd name="T8" fmla="*/ 0 w 860"/>
                  <a:gd name="T9" fmla="*/ 14944084 h 228"/>
                  <a:gd name="T10" fmla="*/ 18398841 w 860"/>
                  <a:gd name="T11" fmla="*/ 0 h 228"/>
                  <a:gd name="T12" fmla="*/ 93030521 w 860"/>
                  <a:gd name="T13" fmla="*/ 0 h 228"/>
                  <a:gd name="T14" fmla="*/ 111299777 w 860"/>
                  <a:gd name="T15" fmla="*/ 14944084 h 22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60" h="228">
                    <a:moveTo>
                      <a:pt x="859" y="114"/>
                    </a:moveTo>
                    <a:lnTo>
                      <a:pt x="859" y="114"/>
                    </a:lnTo>
                    <a:cubicBezTo>
                      <a:pt x="859" y="180"/>
                      <a:pt x="793" y="227"/>
                      <a:pt x="718" y="227"/>
                    </a:cubicBezTo>
                    <a:cubicBezTo>
                      <a:pt x="142" y="227"/>
                      <a:pt x="142" y="227"/>
                      <a:pt x="142" y="227"/>
                    </a:cubicBezTo>
                    <a:cubicBezTo>
                      <a:pt x="66" y="227"/>
                      <a:pt x="0" y="180"/>
                      <a:pt x="0" y="114"/>
                    </a:cubicBezTo>
                    <a:cubicBezTo>
                      <a:pt x="0" y="57"/>
                      <a:pt x="66" y="0"/>
                      <a:pt x="142" y="0"/>
                    </a:cubicBezTo>
                    <a:cubicBezTo>
                      <a:pt x="718" y="0"/>
                      <a:pt x="718" y="0"/>
                      <a:pt x="718" y="0"/>
                    </a:cubicBezTo>
                    <a:cubicBezTo>
                      <a:pt x="793" y="0"/>
                      <a:pt x="859" y="57"/>
                      <a:pt x="859" y="11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íślíḋè-Freeform: Shape 26">
                <a:extLst>
                  <a:ext uri="{FF2B5EF4-FFF2-40B4-BE49-F238E27FC236}">
                    <a16:creationId xmlns="" xmlns:a16="http://schemas.microsoft.com/office/drawing/2014/main" id="{BB479A33-EFDF-4E00-9CB8-F036946BEA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26677" y="3735673"/>
                <a:ext cx="633204" cy="633204"/>
              </a:xfrm>
              <a:custGeom>
                <a:avLst/>
                <a:gdLst>
                  <a:gd name="T0" fmla="*/ 116 w 232"/>
                  <a:gd name="T1" fmla="*/ 0 h 232"/>
                  <a:gd name="T2" fmla="*/ 0 w 232"/>
                  <a:gd name="T3" fmla="*/ 116 h 232"/>
                  <a:gd name="T4" fmla="*/ 116 w 232"/>
                  <a:gd name="T5" fmla="*/ 232 h 232"/>
                  <a:gd name="T6" fmla="*/ 232 w 232"/>
                  <a:gd name="T7" fmla="*/ 116 h 232"/>
                  <a:gd name="T8" fmla="*/ 116 w 232"/>
                  <a:gd name="T9" fmla="*/ 0 h 232"/>
                  <a:gd name="T10" fmla="*/ 129 w 232"/>
                  <a:gd name="T11" fmla="*/ 208 h 232"/>
                  <a:gd name="T12" fmla="*/ 129 w 232"/>
                  <a:gd name="T13" fmla="*/ 190 h 232"/>
                  <a:gd name="T14" fmla="*/ 117 w 232"/>
                  <a:gd name="T15" fmla="*/ 178 h 232"/>
                  <a:gd name="T16" fmla="*/ 105 w 232"/>
                  <a:gd name="T17" fmla="*/ 190 h 232"/>
                  <a:gd name="T18" fmla="*/ 105 w 232"/>
                  <a:gd name="T19" fmla="*/ 208 h 232"/>
                  <a:gd name="T20" fmla="*/ 25 w 232"/>
                  <a:gd name="T21" fmla="*/ 129 h 232"/>
                  <a:gd name="T22" fmla="*/ 42 w 232"/>
                  <a:gd name="T23" fmla="*/ 129 h 232"/>
                  <a:gd name="T24" fmla="*/ 53 w 232"/>
                  <a:gd name="T25" fmla="*/ 117 h 232"/>
                  <a:gd name="T26" fmla="*/ 42 w 232"/>
                  <a:gd name="T27" fmla="*/ 105 h 232"/>
                  <a:gd name="T28" fmla="*/ 24 w 232"/>
                  <a:gd name="T29" fmla="*/ 105 h 232"/>
                  <a:gd name="T30" fmla="*/ 104 w 232"/>
                  <a:gd name="T31" fmla="*/ 25 h 232"/>
                  <a:gd name="T32" fmla="*/ 104 w 232"/>
                  <a:gd name="T33" fmla="*/ 41 h 232"/>
                  <a:gd name="T34" fmla="*/ 116 w 232"/>
                  <a:gd name="T35" fmla="*/ 53 h 232"/>
                  <a:gd name="T36" fmla="*/ 128 w 232"/>
                  <a:gd name="T37" fmla="*/ 41 h 232"/>
                  <a:gd name="T38" fmla="*/ 128 w 232"/>
                  <a:gd name="T39" fmla="*/ 25 h 232"/>
                  <a:gd name="T40" fmla="*/ 208 w 232"/>
                  <a:gd name="T41" fmla="*/ 104 h 232"/>
                  <a:gd name="T42" fmla="*/ 190 w 232"/>
                  <a:gd name="T43" fmla="*/ 104 h 232"/>
                  <a:gd name="T44" fmla="*/ 179 w 232"/>
                  <a:gd name="T45" fmla="*/ 116 h 232"/>
                  <a:gd name="T46" fmla="*/ 190 w 232"/>
                  <a:gd name="T47" fmla="*/ 128 h 232"/>
                  <a:gd name="T48" fmla="*/ 208 w 232"/>
                  <a:gd name="T49" fmla="*/ 128 h 232"/>
                  <a:gd name="T50" fmla="*/ 129 w 232"/>
                  <a:gd name="T51" fmla="*/ 208 h 232"/>
                  <a:gd name="T52" fmla="*/ 124 w 232"/>
                  <a:gd name="T53" fmla="*/ 94 h 232"/>
                  <a:gd name="T54" fmla="*/ 70 w 232"/>
                  <a:gd name="T55" fmla="*/ 69 h 232"/>
                  <a:gd name="T56" fmla="*/ 94 w 232"/>
                  <a:gd name="T57" fmla="*/ 124 h 232"/>
                  <a:gd name="T58" fmla="*/ 109 w 232"/>
                  <a:gd name="T59" fmla="*/ 138 h 232"/>
                  <a:gd name="T60" fmla="*/ 163 w 232"/>
                  <a:gd name="T61" fmla="*/ 163 h 232"/>
                  <a:gd name="T62" fmla="*/ 138 w 232"/>
                  <a:gd name="T63" fmla="*/ 108 h 232"/>
                  <a:gd name="T64" fmla="*/ 124 w 232"/>
                  <a:gd name="T65" fmla="*/ 94 h 232"/>
                  <a:gd name="T66" fmla="*/ 123 w 232"/>
                  <a:gd name="T67" fmla="*/ 123 h 232"/>
                  <a:gd name="T68" fmla="*/ 110 w 232"/>
                  <a:gd name="T69" fmla="*/ 123 h 232"/>
                  <a:gd name="T70" fmla="*/ 110 w 232"/>
                  <a:gd name="T71" fmla="*/ 109 h 232"/>
                  <a:gd name="T72" fmla="*/ 123 w 232"/>
                  <a:gd name="T73" fmla="*/ 109 h 232"/>
                  <a:gd name="T74" fmla="*/ 123 w 232"/>
                  <a:gd name="T75" fmla="*/ 123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íślíḋè-Freeform: Shape 27">
                <a:extLst>
                  <a:ext uri="{FF2B5EF4-FFF2-40B4-BE49-F238E27FC236}">
                    <a16:creationId xmlns="" xmlns:a16="http://schemas.microsoft.com/office/drawing/2014/main" id="{F47AE7BC-BF11-4798-BA92-EF11B444AA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6001" y="3414041"/>
                <a:ext cx="633204" cy="633204"/>
              </a:xfrm>
              <a:custGeom>
                <a:avLst/>
                <a:gdLst>
                  <a:gd name="T0" fmla="*/ 182 w 236"/>
                  <a:gd name="T1" fmla="*/ 109 h 236"/>
                  <a:gd name="T2" fmla="*/ 157 w 236"/>
                  <a:gd name="T3" fmla="*/ 103 h 236"/>
                  <a:gd name="T4" fmla="*/ 134 w 236"/>
                  <a:gd name="T5" fmla="*/ 102 h 236"/>
                  <a:gd name="T6" fmla="*/ 120 w 236"/>
                  <a:gd name="T7" fmla="*/ 114 h 236"/>
                  <a:gd name="T8" fmla="*/ 118 w 236"/>
                  <a:gd name="T9" fmla="*/ 129 h 236"/>
                  <a:gd name="T10" fmla="*/ 122 w 236"/>
                  <a:gd name="T11" fmla="*/ 141 h 236"/>
                  <a:gd name="T12" fmla="*/ 135 w 236"/>
                  <a:gd name="T13" fmla="*/ 156 h 236"/>
                  <a:gd name="T14" fmla="*/ 139 w 236"/>
                  <a:gd name="T15" fmla="*/ 185 h 236"/>
                  <a:gd name="T16" fmla="*/ 152 w 236"/>
                  <a:gd name="T17" fmla="*/ 198 h 236"/>
                  <a:gd name="T18" fmla="*/ 169 w 236"/>
                  <a:gd name="T19" fmla="*/ 180 h 236"/>
                  <a:gd name="T20" fmla="*/ 187 w 236"/>
                  <a:gd name="T21" fmla="*/ 150 h 236"/>
                  <a:gd name="T22" fmla="*/ 200 w 236"/>
                  <a:gd name="T23" fmla="*/ 122 h 236"/>
                  <a:gd name="T24" fmla="*/ 182 w 236"/>
                  <a:gd name="T25" fmla="*/ 109 h 236"/>
                  <a:gd name="T26" fmla="*/ 118 w 236"/>
                  <a:gd name="T27" fmla="*/ 0 h 236"/>
                  <a:gd name="T28" fmla="*/ 0 w 236"/>
                  <a:gd name="T29" fmla="*/ 118 h 236"/>
                  <a:gd name="T30" fmla="*/ 118 w 236"/>
                  <a:gd name="T31" fmla="*/ 236 h 236"/>
                  <a:gd name="T32" fmla="*/ 236 w 236"/>
                  <a:gd name="T33" fmla="*/ 118 h 236"/>
                  <a:gd name="T34" fmla="*/ 118 w 236"/>
                  <a:gd name="T35" fmla="*/ 0 h 236"/>
                  <a:gd name="T36" fmla="*/ 126 w 236"/>
                  <a:gd name="T37" fmla="*/ 212 h 236"/>
                  <a:gd name="T38" fmla="*/ 128 w 236"/>
                  <a:gd name="T39" fmla="*/ 208 h 236"/>
                  <a:gd name="T40" fmla="*/ 125 w 236"/>
                  <a:gd name="T41" fmla="*/ 186 h 236"/>
                  <a:gd name="T42" fmla="*/ 105 w 236"/>
                  <a:gd name="T43" fmla="*/ 186 h 236"/>
                  <a:gd name="T44" fmla="*/ 98 w 236"/>
                  <a:gd name="T45" fmla="*/ 207 h 236"/>
                  <a:gd name="T46" fmla="*/ 102 w 236"/>
                  <a:gd name="T47" fmla="*/ 211 h 236"/>
                  <a:gd name="T48" fmla="*/ 34 w 236"/>
                  <a:gd name="T49" fmla="*/ 161 h 236"/>
                  <a:gd name="T50" fmla="*/ 44 w 236"/>
                  <a:gd name="T51" fmla="*/ 157 h 236"/>
                  <a:gd name="T52" fmla="*/ 44 w 236"/>
                  <a:gd name="T53" fmla="*/ 157 h 236"/>
                  <a:gd name="T54" fmla="*/ 81 w 236"/>
                  <a:gd name="T55" fmla="*/ 142 h 236"/>
                  <a:gd name="T56" fmla="*/ 81 w 236"/>
                  <a:gd name="T57" fmla="*/ 118 h 236"/>
                  <a:gd name="T58" fmla="*/ 55 w 236"/>
                  <a:gd name="T59" fmla="*/ 94 h 236"/>
                  <a:gd name="T60" fmla="*/ 28 w 236"/>
                  <a:gd name="T61" fmla="*/ 90 h 236"/>
                  <a:gd name="T62" fmla="*/ 84 w 236"/>
                  <a:gd name="T63" fmla="*/ 30 h 236"/>
                  <a:gd name="T64" fmla="*/ 84 w 236"/>
                  <a:gd name="T65" fmla="*/ 31 h 236"/>
                  <a:gd name="T66" fmla="*/ 102 w 236"/>
                  <a:gd name="T67" fmla="*/ 56 h 236"/>
                  <a:gd name="T68" fmla="*/ 120 w 236"/>
                  <a:gd name="T69" fmla="*/ 79 h 236"/>
                  <a:gd name="T70" fmla="*/ 131 w 236"/>
                  <a:gd name="T71" fmla="*/ 97 h 236"/>
                  <a:gd name="T72" fmla="*/ 146 w 236"/>
                  <a:gd name="T73" fmla="*/ 88 h 236"/>
                  <a:gd name="T74" fmla="*/ 177 w 236"/>
                  <a:gd name="T75" fmla="*/ 66 h 236"/>
                  <a:gd name="T76" fmla="*/ 190 w 236"/>
                  <a:gd name="T77" fmla="*/ 57 h 236"/>
                  <a:gd name="T78" fmla="*/ 212 w 236"/>
                  <a:gd name="T79" fmla="*/ 118 h 236"/>
                  <a:gd name="T80" fmla="*/ 126 w 236"/>
                  <a:gd name="T81" fmla="*/ 212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36" h="236">
                    <a:moveTo>
                      <a:pt x="182" y="109"/>
                    </a:moveTo>
                    <a:cubicBezTo>
                      <a:pt x="172" y="107"/>
                      <a:pt x="161" y="105"/>
                      <a:pt x="157" y="103"/>
                    </a:cubicBezTo>
                    <a:cubicBezTo>
                      <a:pt x="153" y="102"/>
                      <a:pt x="143" y="101"/>
                      <a:pt x="134" y="102"/>
                    </a:cubicBezTo>
                    <a:cubicBezTo>
                      <a:pt x="125" y="103"/>
                      <a:pt x="119" y="109"/>
                      <a:pt x="120" y="114"/>
                    </a:cubicBezTo>
                    <a:cubicBezTo>
                      <a:pt x="121" y="119"/>
                      <a:pt x="120" y="126"/>
                      <a:pt x="118" y="129"/>
                    </a:cubicBezTo>
                    <a:cubicBezTo>
                      <a:pt x="117" y="132"/>
                      <a:pt x="118" y="138"/>
                      <a:pt x="122" y="141"/>
                    </a:cubicBezTo>
                    <a:cubicBezTo>
                      <a:pt x="127" y="144"/>
                      <a:pt x="132" y="151"/>
                      <a:pt x="135" y="156"/>
                    </a:cubicBezTo>
                    <a:cubicBezTo>
                      <a:pt x="138" y="162"/>
                      <a:pt x="140" y="175"/>
                      <a:pt x="139" y="185"/>
                    </a:cubicBezTo>
                    <a:cubicBezTo>
                      <a:pt x="139" y="195"/>
                      <a:pt x="145" y="201"/>
                      <a:pt x="152" y="198"/>
                    </a:cubicBezTo>
                    <a:cubicBezTo>
                      <a:pt x="160" y="195"/>
                      <a:pt x="167" y="187"/>
                      <a:pt x="169" y="180"/>
                    </a:cubicBezTo>
                    <a:cubicBezTo>
                      <a:pt x="171" y="174"/>
                      <a:pt x="179" y="160"/>
                      <a:pt x="187" y="150"/>
                    </a:cubicBezTo>
                    <a:cubicBezTo>
                      <a:pt x="195" y="140"/>
                      <a:pt x="201" y="127"/>
                      <a:pt x="200" y="122"/>
                    </a:cubicBezTo>
                    <a:cubicBezTo>
                      <a:pt x="200" y="116"/>
                      <a:pt x="191" y="111"/>
                      <a:pt x="182" y="109"/>
                    </a:cubicBezTo>
                    <a:close/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26" y="212"/>
                    </a:moveTo>
                    <a:cubicBezTo>
                      <a:pt x="127" y="211"/>
                      <a:pt x="128" y="209"/>
                      <a:pt x="128" y="208"/>
                    </a:cubicBezTo>
                    <a:cubicBezTo>
                      <a:pt x="130" y="201"/>
                      <a:pt x="128" y="191"/>
                      <a:pt x="125" y="186"/>
                    </a:cubicBezTo>
                    <a:cubicBezTo>
                      <a:pt x="121" y="181"/>
                      <a:pt x="112" y="181"/>
                      <a:pt x="105" y="186"/>
                    </a:cubicBezTo>
                    <a:cubicBezTo>
                      <a:pt x="97" y="191"/>
                      <a:pt x="94" y="200"/>
                      <a:pt x="98" y="207"/>
                    </a:cubicBezTo>
                    <a:cubicBezTo>
                      <a:pt x="99" y="208"/>
                      <a:pt x="100" y="210"/>
                      <a:pt x="102" y="211"/>
                    </a:cubicBezTo>
                    <a:cubicBezTo>
                      <a:pt x="72" y="206"/>
                      <a:pt x="47" y="187"/>
                      <a:pt x="34" y="161"/>
                    </a:cubicBezTo>
                    <a:cubicBezTo>
                      <a:pt x="37" y="161"/>
                      <a:pt x="40" y="159"/>
                      <a:pt x="44" y="157"/>
                    </a:cubicBezTo>
                    <a:cubicBezTo>
                      <a:pt x="44" y="157"/>
                      <a:pt x="44" y="157"/>
                      <a:pt x="44" y="157"/>
                    </a:cubicBezTo>
                    <a:cubicBezTo>
                      <a:pt x="57" y="148"/>
                      <a:pt x="74" y="141"/>
                      <a:pt x="81" y="142"/>
                    </a:cubicBezTo>
                    <a:cubicBezTo>
                      <a:pt x="89" y="142"/>
                      <a:pt x="89" y="131"/>
                      <a:pt x="81" y="118"/>
                    </a:cubicBezTo>
                    <a:cubicBezTo>
                      <a:pt x="74" y="105"/>
                      <a:pt x="62" y="94"/>
                      <a:pt x="55" y="94"/>
                    </a:cubicBezTo>
                    <a:cubicBezTo>
                      <a:pt x="48" y="94"/>
                      <a:pt x="36" y="92"/>
                      <a:pt x="28" y="90"/>
                    </a:cubicBezTo>
                    <a:cubicBezTo>
                      <a:pt x="37" y="62"/>
                      <a:pt x="58" y="41"/>
                      <a:pt x="84" y="30"/>
                    </a:cubicBezTo>
                    <a:cubicBezTo>
                      <a:pt x="84" y="31"/>
                      <a:pt x="84" y="31"/>
                      <a:pt x="84" y="31"/>
                    </a:cubicBezTo>
                    <a:cubicBezTo>
                      <a:pt x="86" y="39"/>
                      <a:pt x="95" y="50"/>
                      <a:pt x="102" y="56"/>
                    </a:cubicBezTo>
                    <a:cubicBezTo>
                      <a:pt x="110" y="62"/>
                      <a:pt x="118" y="72"/>
                      <a:pt x="120" y="79"/>
                    </a:cubicBezTo>
                    <a:cubicBezTo>
                      <a:pt x="122" y="85"/>
                      <a:pt x="127" y="93"/>
                      <a:pt x="131" y="97"/>
                    </a:cubicBezTo>
                    <a:cubicBezTo>
                      <a:pt x="136" y="100"/>
                      <a:pt x="142" y="96"/>
                      <a:pt x="146" y="88"/>
                    </a:cubicBezTo>
                    <a:cubicBezTo>
                      <a:pt x="150" y="80"/>
                      <a:pt x="164" y="70"/>
                      <a:pt x="177" y="66"/>
                    </a:cubicBezTo>
                    <a:cubicBezTo>
                      <a:pt x="183" y="64"/>
                      <a:pt x="187" y="61"/>
                      <a:pt x="190" y="57"/>
                    </a:cubicBezTo>
                    <a:cubicBezTo>
                      <a:pt x="204" y="74"/>
                      <a:pt x="212" y="95"/>
                      <a:pt x="212" y="118"/>
                    </a:cubicBezTo>
                    <a:cubicBezTo>
                      <a:pt x="212" y="168"/>
                      <a:pt x="174" y="208"/>
                      <a:pt x="126" y="21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íślíḋè-Freeform: Shape 28">
                <a:extLst>
                  <a:ext uri="{FF2B5EF4-FFF2-40B4-BE49-F238E27FC236}">
                    <a16:creationId xmlns="" xmlns:a16="http://schemas.microsoft.com/office/drawing/2014/main" id="{E419938A-54E8-4FD4-83E2-A88A8E6248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0480" y="3524957"/>
                <a:ext cx="633204" cy="633204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4" name="Group 14">
              <a:extLst>
                <a:ext uri="{FF2B5EF4-FFF2-40B4-BE49-F238E27FC236}">
                  <a16:creationId xmlns="" xmlns:a16="http://schemas.microsoft.com/office/drawing/2014/main" id="{88156FB9-A6F3-4FA6-8858-976F8D388CBF}"/>
                </a:ext>
              </a:extLst>
            </p:cNvPr>
            <p:cNvGrpSpPr/>
            <p:nvPr/>
          </p:nvGrpSpPr>
          <p:grpSpPr>
            <a:xfrm>
              <a:off x="1685615" y="2102656"/>
              <a:ext cx="3280063" cy="3234725"/>
              <a:chOff x="1685615" y="2102656"/>
              <a:chExt cx="3280063" cy="3234725"/>
            </a:xfrm>
          </p:grpSpPr>
          <p:grpSp>
            <p:nvGrpSpPr>
              <p:cNvPr id="5" name="Group 1">
                <a:extLst>
                  <a:ext uri="{FF2B5EF4-FFF2-40B4-BE49-F238E27FC236}">
                    <a16:creationId xmlns="" xmlns:a16="http://schemas.microsoft.com/office/drawing/2014/main" id="{4B64B6A4-2020-468B-8FDC-1B078E6C6BEF}"/>
                  </a:ext>
                </a:extLst>
              </p:cNvPr>
              <p:cNvGrpSpPr/>
              <p:nvPr/>
            </p:nvGrpSpPr>
            <p:grpSpPr>
              <a:xfrm>
                <a:off x="2318819" y="3352018"/>
                <a:ext cx="2646859" cy="836112"/>
                <a:chOff x="2591258" y="3352018"/>
                <a:chExt cx="2646859" cy="836112"/>
              </a:xfrm>
            </p:grpSpPr>
            <p:sp>
              <p:nvSpPr>
                <p:cNvPr id="15" name="íślíḋè-Rectangle 31">
                  <a:extLst>
                    <a:ext uri="{FF2B5EF4-FFF2-40B4-BE49-F238E27FC236}">
                      <a16:creationId xmlns="" xmlns:a16="http://schemas.microsoft.com/office/drawing/2014/main" id="{584BB6CC-A023-4D16-9381-7035A51ACA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96021" y="3630731"/>
                  <a:ext cx="2642096" cy="5573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288000" anchor="t" anchorCtr="0">
                  <a:normAutofit/>
                </a:bodyPr>
                <a:lstStyle/>
                <a:p>
                  <a:pPr eaLnBrk="1" hangingPunct="1">
                    <a:lnSpc>
                      <a:spcPct val="12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10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修正既存問題，將未實作功能完善</a:t>
                  </a:r>
                  <a:endParaRPr lang="en-US" altLang="zh-TW" sz="10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  <a:p>
                  <a:pPr eaLnBrk="1" hangingPunct="1">
                    <a:lnSpc>
                      <a:spcPct val="12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10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分析及重構核心功能</a:t>
                  </a:r>
                  <a:r>
                    <a:rPr lang="en-US" altLang="zh-TW" sz="10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(</a:t>
                  </a:r>
                  <a:r>
                    <a:rPr lang="zh-TW" altLang="en-US" sz="10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如：標會流程</a:t>
                  </a:r>
                  <a:r>
                    <a:rPr lang="en-US" altLang="zh-TW" sz="10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)</a:t>
                  </a:r>
                  <a:endParaRPr lang="zh-CN" altLang="en-US" sz="10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6" name="íślíḋè-TextBox 32">
                  <a:extLst>
                    <a:ext uri="{FF2B5EF4-FFF2-40B4-BE49-F238E27FC236}">
                      <a16:creationId xmlns="" xmlns:a16="http://schemas.microsoft.com/office/drawing/2014/main" id="{A6B582B0-7CF7-4ACE-9263-81972F598966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2591258" y="3352018"/>
                  <a:ext cx="2642096" cy="278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8000">
                  <a:normAutofit fontScale="85000" lnSpcReduction="20000"/>
                </a:bodyPr>
                <a:lstStyle/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b="1" dirty="0">
                      <a:solidFill>
                        <a:schemeClr val="accent2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次要</a:t>
                  </a:r>
                  <a:endParaRPr lang="zh-CN" altLang="en-US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6" name="íślíḋè-Freeform: Shape 35">
                <a:extLst>
                  <a:ext uri="{FF2B5EF4-FFF2-40B4-BE49-F238E27FC236}">
                    <a16:creationId xmlns="" xmlns:a16="http://schemas.microsoft.com/office/drawing/2014/main" id="{7FA52B5A-66E3-4BAB-9778-A7E53C625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5615" y="3415805"/>
                <a:ext cx="633204" cy="633204"/>
              </a:xfrm>
              <a:custGeom>
                <a:avLst/>
                <a:gdLst>
                  <a:gd name="T0" fmla="*/ 116 w 232"/>
                  <a:gd name="T1" fmla="*/ 0 h 232"/>
                  <a:gd name="T2" fmla="*/ 0 w 232"/>
                  <a:gd name="T3" fmla="*/ 116 h 232"/>
                  <a:gd name="T4" fmla="*/ 116 w 232"/>
                  <a:gd name="T5" fmla="*/ 232 h 232"/>
                  <a:gd name="T6" fmla="*/ 232 w 232"/>
                  <a:gd name="T7" fmla="*/ 116 h 232"/>
                  <a:gd name="T8" fmla="*/ 116 w 232"/>
                  <a:gd name="T9" fmla="*/ 0 h 232"/>
                  <a:gd name="T10" fmla="*/ 129 w 232"/>
                  <a:gd name="T11" fmla="*/ 208 h 232"/>
                  <a:gd name="T12" fmla="*/ 129 w 232"/>
                  <a:gd name="T13" fmla="*/ 190 h 232"/>
                  <a:gd name="T14" fmla="*/ 117 w 232"/>
                  <a:gd name="T15" fmla="*/ 178 h 232"/>
                  <a:gd name="T16" fmla="*/ 105 w 232"/>
                  <a:gd name="T17" fmla="*/ 190 h 232"/>
                  <a:gd name="T18" fmla="*/ 105 w 232"/>
                  <a:gd name="T19" fmla="*/ 208 h 232"/>
                  <a:gd name="T20" fmla="*/ 25 w 232"/>
                  <a:gd name="T21" fmla="*/ 129 h 232"/>
                  <a:gd name="T22" fmla="*/ 42 w 232"/>
                  <a:gd name="T23" fmla="*/ 129 h 232"/>
                  <a:gd name="T24" fmla="*/ 53 w 232"/>
                  <a:gd name="T25" fmla="*/ 117 h 232"/>
                  <a:gd name="T26" fmla="*/ 42 w 232"/>
                  <a:gd name="T27" fmla="*/ 105 h 232"/>
                  <a:gd name="T28" fmla="*/ 24 w 232"/>
                  <a:gd name="T29" fmla="*/ 105 h 232"/>
                  <a:gd name="T30" fmla="*/ 104 w 232"/>
                  <a:gd name="T31" fmla="*/ 25 h 232"/>
                  <a:gd name="T32" fmla="*/ 104 w 232"/>
                  <a:gd name="T33" fmla="*/ 41 h 232"/>
                  <a:gd name="T34" fmla="*/ 116 w 232"/>
                  <a:gd name="T35" fmla="*/ 53 h 232"/>
                  <a:gd name="T36" fmla="*/ 128 w 232"/>
                  <a:gd name="T37" fmla="*/ 41 h 232"/>
                  <a:gd name="T38" fmla="*/ 128 w 232"/>
                  <a:gd name="T39" fmla="*/ 25 h 232"/>
                  <a:gd name="T40" fmla="*/ 208 w 232"/>
                  <a:gd name="T41" fmla="*/ 104 h 232"/>
                  <a:gd name="T42" fmla="*/ 190 w 232"/>
                  <a:gd name="T43" fmla="*/ 104 h 232"/>
                  <a:gd name="T44" fmla="*/ 179 w 232"/>
                  <a:gd name="T45" fmla="*/ 116 h 232"/>
                  <a:gd name="T46" fmla="*/ 190 w 232"/>
                  <a:gd name="T47" fmla="*/ 128 h 232"/>
                  <a:gd name="T48" fmla="*/ 208 w 232"/>
                  <a:gd name="T49" fmla="*/ 128 h 232"/>
                  <a:gd name="T50" fmla="*/ 129 w 232"/>
                  <a:gd name="T51" fmla="*/ 208 h 232"/>
                  <a:gd name="T52" fmla="*/ 124 w 232"/>
                  <a:gd name="T53" fmla="*/ 94 h 232"/>
                  <a:gd name="T54" fmla="*/ 70 w 232"/>
                  <a:gd name="T55" fmla="*/ 69 h 232"/>
                  <a:gd name="T56" fmla="*/ 94 w 232"/>
                  <a:gd name="T57" fmla="*/ 124 h 232"/>
                  <a:gd name="T58" fmla="*/ 109 w 232"/>
                  <a:gd name="T59" fmla="*/ 138 h 232"/>
                  <a:gd name="T60" fmla="*/ 163 w 232"/>
                  <a:gd name="T61" fmla="*/ 163 h 232"/>
                  <a:gd name="T62" fmla="*/ 138 w 232"/>
                  <a:gd name="T63" fmla="*/ 108 h 232"/>
                  <a:gd name="T64" fmla="*/ 124 w 232"/>
                  <a:gd name="T65" fmla="*/ 94 h 232"/>
                  <a:gd name="T66" fmla="*/ 123 w 232"/>
                  <a:gd name="T67" fmla="*/ 123 h 232"/>
                  <a:gd name="T68" fmla="*/ 110 w 232"/>
                  <a:gd name="T69" fmla="*/ 123 h 232"/>
                  <a:gd name="T70" fmla="*/ 110 w 232"/>
                  <a:gd name="T71" fmla="*/ 109 h 232"/>
                  <a:gd name="T72" fmla="*/ 123 w 232"/>
                  <a:gd name="T73" fmla="*/ 109 h 232"/>
                  <a:gd name="T74" fmla="*/ 123 w 232"/>
                  <a:gd name="T75" fmla="*/ 123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grpSp>
            <p:nvGrpSpPr>
              <p:cNvPr id="7" name="Group 5">
                <a:extLst>
                  <a:ext uri="{FF2B5EF4-FFF2-40B4-BE49-F238E27FC236}">
                    <a16:creationId xmlns="" xmlns:a16="http://schemas.microsoft.com/office/drawing/2014/main" id="{82EF09E6-4C5D-495C-AF36-B26F090ECD59}"/>
                  </a:ext>
                </a:extLst>
              </p:cNvPr>
              <p:cNvGrpSpPr/>
              <p:nvPr/>
            </p:nvGrpSpPr>
            <p:grpSpPr>
              <a:xfrm>
                <a:off x="2318819" y="4501269"/>
                <a:ext cx="2642096" cy="836112"/>
                <a:chOff x="2591258" y="4501269"/>
                <a:chExt cx="2642096" cy="836112"/>
              </a:xfrm>
            </p:grpSpPr>
            <p:sp>
              <p:nvSpPr>
                <p:cNvPr id="13" name="íślíḋè-Rectangle 33">
                  <a:extLst>
                    <a:ext uri="{FF2B5EF4-FFF2-40B4-BE49-F238E27FC236}">
                      <a16:creationId xmlns="" xmlns:a16="http://schemas.microsoft.com/office/drawing/2014/main" id="{ADED742B-DD86-4DB9-9570-816D3639A5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91258" y="4779982"/>
                  <a:ext cx="2642096" cy="5573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288000" anchor="t" anchorCtr="0">
                  <a:normAutofit/>
                </a:bodyPr>
                <a:lstStyle/>
                <a:p>
                  <a:pPr eaLnBrk="1" hangingPunct="1">
                    <a:lnSpc>
                      <a:spcPct val="12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10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若整體不符合需求之處過多，再考慮全系統重構</a:t>
                  </a:r>
                  <a:endParaRPr lang="zh-CN" altLang="en-US" sz="10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4" name="íślíḋè-TextBox 34">
                  <a:extLst>
                    <a:ext uri="{FF2B5EF4-FFF2-40B4-BE49-F238E27FC236}">
                      <a16:creationId xmlns="" xmlns:a16="http://schemas.microsoft.com/office/drawing/2014/main" id="{1762FBE6-A6F0-4EAF-A919-858D07A05AD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2591258" y="4501269"/>
                  <a:ext cx="2642096" cy="278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8000">
                  <a:normAutofit fontScale="85000" lnSpcReduction="20000"/>
                </a:bodyPr>
                <a:lstStyle/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b="1" dirty="0">
                      <a:solidFill>
                        <a:schemeClr val="accent3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選項</a:t>
                  </a:r>
                  <a:endParaRPr lang="zh-CN" altLang="en-US" b="1" dirty="0">
                    <a:solidFill>
                      <a:schemeClr val="accent3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8" name="íślíḋè-Freeform: Shape 36">
                <a:extLst>
                  <a:ext uri="{FF2B5EF4-FFF2-40B4-BE49-F238E27FC236}">
                    <a16:creationId xmlns="" xmlns:a16="http://schemas.microsoft.com/office/drawing/2014/main" id="{06297C7F-779B-4126-A4BA-E3B51C9517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5615" y="4577678"/>
                <a:ext cx="633204" cy="633204"/>
              </a:xfrm>
              <a:custGeom>
                <a:avLst/>
                <a:gdLst>
                  <a:gd name="T0" fmla="*/ 182 w 236"/>
                  <a:gd name="T1" fmla="*/ 109 h 236"/>
                  <a:gd name="T2" fmla="*/ 157 w 236"/>
                  <a:gd name="T3" fmla="*/ 103 h 236"/>
                  <a:gd name="T4" fmla="*/ 134 w 236"/>
                  <a:gd name="T5" fmla="*/ 102 h 236"/>
                  <a:gd name="T6" fmla="*/ 120 w 236"/>
                  <a:gd name="T7" fmla="*/ 114 h 236"/>
                  <a:gd name="T8" fmla="*/ 118 w 236"/>
                  <a:gd name="T9" fmla="*/ 129 h 236"/>
                  <a:gd name="T10" fmla="*/ 122 w 236"/>
                  <a:gd name="T11" fmla="*/ 141 h 236"/>
                  <a:gd name="T12" fmla="*/ 135 w 236"/>
                  <a:gd name="T13" fmla="*/ 156 h 236"/>
                  <a:gd name="T14" fmla="*/ 139 w 236"/>
                  <a:gd name="T15" fmla="*/ 185 h 236"/>
                  <a:gd name="T16" fmla="*/ 152 w 236"/>
                  <a:gd name="T17" fmla="*/ 198 h 236"/>
                  <a:gd name="T18" fmla="*/ 169 w 236"/>
                  <a:gd name="T19" fmla="*/ 180 h 236"/>
                  <a:gd name="T20" fmla="*/ 187 w 236"/>
                  <a:gd name="T21" fmla="*/ 150 h 236"/>
                  <a:gd name="T22" fmla="*/ 200 w 236"/>
                  <a:gd name="T23" fmla="*/ 122 h 236"/>
                  <a:gd name="T24" fmla="*/ 182 w 236"/>
                  <a:gd name="T25" fmla="*/ 109 h 236"/>
                  <a:gd name="T26" fmla="*/ 118 w 236"/>
                  <a:gd name="T27" fmla="*/ 0 h 236"/>
                  <a:gd name="T28" fmla="*/ 0 w 236"/>
                  <a:gd name="T29" fmla="*/ 118 h 236"/>
                  <a:gd name="T30" fmla="*/ 118 w 236"/>
                  <a:gd name="T31" fmla="*/ 236 h 236"/>
                  <a:gd name="T32" fmla="*/ 236 w 236"/>
                  <a:gd name="T33" fmla="*/ 118 h 236"/>
                  <a:gd name="T34" fmla="*/ 118 w 236"/>
                  <a:gd name="T35" fmla="*/ 0 h 236"/>
                  <a:gd name="T36" fmla="*/ 126 w 236"/>
                  <a:gd name="T37" fmla="*/ 212 h 236"/>
                  <a:gd name="T38" fmla="*/ 128 w 236"/>
                  <a:gd name="T39" fmla="*/ 208 h 236"/>
                  <a:gd name="T40" fmla="*/ 125 w 236"/>
                  <a:gd name="T41" fmla="*/ 186 h 236"/>
                  <a:gd name="T42" fmla="*/ 105 w 236"/>
                  <a:gd name="T43" fmla="*/ 186 h 236"/>
                  <a:gd name="T44" fmla="*/ 98 w 236"/>
                  <a:gd name="T45" fmla="*/ 207 h 236"/>
                  <a:gd name="T46" fmla="*/ 102 w 236"/>
                  <a:gd name="T47" fmla="*/ 211 h 236"/>
                  <a:gd name="T48" fmla="*/ 34 w 236"/>
                  <a:gd name="T49" fmla="*/ 161 h 236"/>
                  <a:gd name="T50" fmla="*/ 44 w 236"/>
                  <a:gd name="T51" fmla="*/ 157 h 236"/>
                  <a:gd name="T52" fmla="*/ 44 w 236"/>
                  <a:gd name="T53" fmla="*/ 157 h 236"/>
                  <a:gd name="T54" fmla="*/ 81 w 236"/>
                  <a:gd name="T55" fmla="*/ 142 h 236"/>
                  <a:gd name="T56" fmla="*/ 81 w 236"/>
                  <a:gd name="T57" fmla="*/ 118 h 236"/>
                  <a:gd name="T58" fmla="*/ 55 w 236"/>
                  <a:gd name="T59" fmla="*/ 94 h 236"/>
                  <a:gd name="T60" fmla="*/ 28 w 236"/>
                  <a:gd name="T61" fmla="*/ 90 h 236"/>
                  <a:gd name="T62" fmla="*/ 84 w 236"/>
                  <a:gd name="T63" fmla="*/ 30 h 236"/>
                  <a:gd name="T64" fmla="*/ 84 w 236"/>
                  <a:gd name="T65" fmla="*/ 31 h 236"/>
                  <a:gd name="T66" fmla="*/ 102 w 236"/>
                  <a:gd name="T67" fmla="*/ 56 h 236"/>
                  <a:gd name="T68" fmla="*/ 120 w 236"/>
                  <a:gd name="T69" fmla="*/ 79 h 236"/>
                  <a:gd name="T70" fmla="*/ 131 w 236"/>
                  <a:gd name="T71" fmla="*/ 97 h 236"/>
                  <a:gd name="T72" fmla="*/ 146 w 236"/>
                  <a:gd name="T73" fmla="*/ 88 h 236"/>
                  <a:gd name="T74" fmla="*/ 177 w 236"/>
                  <a:gd name="T75" fmla="*/ 66 h 236"/>
                  <a:gd name="T76" fmla="*/ 190 w 236"/>
                  <a:gd name="T77" fmla="*/ 57 h 236"/>
                  <a:gd name="T78" fmla="*/ 212 w 236"/>
                  <a:gd name="T79" fmla="*/ 118 h 236"/>
                  <a:gd name="T80" fmla="*/ 126 w 236"/>
                  <a:gd name="T81" fmla="*/ 212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36" h="236">
                    <a:moveTo>
                      <a:pt x="182" y="109"/>
                    </a:moveTo>
                    <a:cubicBezTo>
                      <a:pt x="172" y="107"/>
                      <a:pt x="161" y="105"/>
                      <a:pt x="157" y="103"/>
                    </a:cubicBezTo>
                    <a:cubicBezTo>
                      <a:pt x="153" y="102"/>
                      <a:pt x="143" y="101"/>
                      <a:pt x="134" y="102"/>
                    </a:cubicBezTo>
                    <a:cubicBezTo>
                      <a:pt x="125" y="103"/>
                      <a:pt x="119" y="109"/>
                      <a:pt x="120" y="114"/>
                    </a:cubicBezTo>
                    <a:cubicBezTo>
                      <a:pt x="121" y="119"/>
                      <a:pt x="120" y="126"/>
                      <a:pt x="118" y="129"/>
                    </a:cubicBezTo>
                    <a:cubicBezTo>
                      <a:pt x="117" y="132"/>
                      <a:pt x="118" y="138"/>
                      <a:pt x="122" y="141"/>
                    </a:cubicBezTo>
                    <a:cubicBezTo>
                      <a:pt x="127" y="144"/>
                      <a:pt x="132" y="151"/>
                      <a:pt x="135" y="156"/>
                    </a:cubicBezTo>
                    <a:cubicBezTo>
                      <a:pt x="138" y="162"/>
                      <a:pt x="140" y="175"/>
                      <a:pt x="139" y="185"/>
                    </a:cubicBezTo>
                    <a:cubicBezTo>
                      <a:pt x="139" y="195"/>
                      <a:pt x="145" y="201"/>
                      <a:pt x="152" y="198"/>
                    </a:cubicBezTo>
                    <a:cubicBezTo>
                      <a:pt x="160" y="195"/>
                      <a:pt x="167" y="187"/>
                      <a:pt x="169" y="180"/>
                    </a:cubicBezTo>
                    <a:cubicBezTo>
                      <a:pt x="171" y="174"/>
                      <a:pt x="179" y="160"/>
                      <a:pt x="187" y="150"/>
                    </a:cubicBezTo>
                    <a:cubicBezTo>
                      <a:pt x="195" y="140"/>
                      <a:pt x="201" y="127"/>
                      <a:pt x="200" y="122"/>
                    </a:cubicBezTo>
                    <a:cubicBezTo>
                      <a:pt x="200" y="116"/>
                      <a:pt x="191" y="111"/>
                      <a:pt x="182" y="109"/>
                    </a:cubicBezTo>
                    <a:close/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26" y="212"/>
                    </a:moveTo>
                    <a:cubicBezTo>
                      <a:pt x="127" y="211"/>
                      <a:pt x="128" y="209"/>
                      <a:pt x="128" y="208"/>
                    </a:cubicBezTo>
                    <a:cubicBezTo>
                      <a:pt x="130" y="201"/>
                      <a:pt x="128" y="191"/>
                      <a:pt x="125" y="186"/>
                    </a:cubicBezTo>
                    <a:cubicBezTo>
                      <a:pt x="121" y="181"/>
                      <a:pt x="112" y="181"/>
                      <a:pt x="105" y="186"/>
                    </a:cubicBezTo>
                    <a:cubicBezTo>
                      <a:pt x="97" y="191"/>
                      <a:pt x="94" y="200"/>
                      <a:pt x="98" y="207"/>
                    </a:cubicBezTo>
                    <a:cubicBezTo>
                      <a:pt x="99" y="208"/>
                      <a:pt x="100" y="210"/>
                      <a:pt x="102" y="211"/>
                    </a:cubicBezTo>
                    <a:cubicBezTo>
                      <a:pt x="72" y="206"/>
                      <a:pt x="47" y="187"/>
                      <a:pt x="34" y="161"/>
                    </a:cubicBezTo>
                    <a:cubicBezTo>
                      <a:pt x="37" y="161"/>
                      <a:pt x="40" y="159"/>
                      <a:pt x="44" y="157"/>
                    </a:cubicBezTo>
                    <a:cubicBezTo>
                      <a:pt x="44" y="157"/>
                      <a:pt x="44" y="157"/>
                      <a:pt x="44" y="157"/>
                    </a:cubicBezTo>
                    <a:cubicBezTo>
                      <a:pt x="57" y="148"/>
                      <a:pt x="74" y="141"/>
                      <a:pt x="81" y="142"/>
                    </a:cubicBezTo>
                    <a:cubicBezTo>
                      <a:pt x="89" y="142"/>
                      <a:pt x="89" y="131"/>
                      <a:pt x="81" y="118"/>
                    </a:cubicBezTo>
                    <a:cubicBezTo>
                      <a:pt x="74" y="105"/>
                      <a:pt x="62" y="94"/>
                      <a:pt x="55" y="94"/>
                    </a:cubicBezTo>
                    <a:cubicBezTo>
                      <a:pt x="48" y="94"/>
                      <a:pt x="36" y="92"/>
                      <a:pt x="28" y="90"/>
                    </a:cubicBezTo>
                    <a:cubicBezTo>
                      <a:pt x="37" y="62"/>
                      <a:pt x="58" y="41"/>
                      <a:pt x="84" y="30"/>
                    </a:cubicBezTo>
                    <a:cubicBezTo>
                      <a:pt x="84" y="31"/>
                      <a:pt x="84" y="31"/>
                      <a:pt x="84" y="31"/>
                    </a:cubicBezTo>
                    <a:cubicBezTo>
                      <a:pt x="86" y="39"/>
                      <a:pt x="95" y="50"/>
                      <a:pt x="102" y="56"/>
                    </a:cubicBezTo>
                    <a:cubicBezTo>
                      <a:pt x="110" y="62"/>
                      <a:pt x="118" y="72"/>
                      <a:pt x="120" y="79"/>
                    </a:cubicBezTo>
                    <a:cubicBezTo>
                      <a:pt x="122" y="85"/>
                      <a:pt x="127" y="93"/>
                      <a:pt x="131" y="97"/>
                    </a:cubicBezTo>
                    <a:cubicBezTo>
                      <a:pt x="136" y="100"/>
                      <a:pt x="142" y="96"/>
                      <a:pt x="146" y="88"/>
                    </a:cubicBezTo>
                    <a:cubicBezTo>
                      <a:pt x="150" y="80"/>
                      <a:pt x="164" y="70"/>
                      <a:pt x="177" y="66"/>
                    </a:cubicBezTo>
                    <a:cubicBezTo>
                      <a:pt x="183" y="64"/>
                      <a:pt x="187" y="61"/>
                      <a:pt x="190" y="57"/>
                    </a:cubicBezTo>
                    <a:cubicBezTo>
                      <a:pt x="204" y="74"/>
                      <a:pt x="212" y="95"/>
                      <a:pt x="212" y="118"/>
                    </a:cubicBezTo>
                    <a:cubicBezTo>
                      <a:pt x="212" y="168"/>
                      <a:pt x="174" y="208"/>
                      <a:pt x="126" y="21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grpSp>
            <p:nvGrpSpPr>
              <p:cNvPr id="9" name="Group 9">
                <a:extLst>
                  <a:ext uri="{FF2B5EF4-FFF2-40B4-BE49-F238E27FC236}">
                    <a16:creationId xmlns="" xmlns:a16="http://schemas.microsoft.com/office/drawing/2014/main" id="{CC05D17E-F466-4FF4-8250-A929BD6EA378}"/>
                  </a:ext>
                </a:extLst>
              </p:cNvPr>
              <p:cNvGrpSpPr/>
              <p:nvPr/>
            </p:nvGrpSpPr>
            <p:grpSpPr>
              <a:xfrm>
                <a:off x="2318819" y="2102656"/>
                <a:ext cx="2642096" cy="836112"/>
                <a:chOff x="2591258" y="2102656"/>
                <a:chExt cx="2642096" cy="836112"/>
              </a:xfrm>
            </p:grpSpPr>
            <p:sp>
              <p:nvSpPr>
                <p:cNvPr id="11" name="íślíḋè-Rectangle 29">
                  <a:extLst>
                    <a:ext uri="{FF2B5EF4-FFF2-40B4-BE49-F238E27FC236}">
                      <a16:creationId xmlns="" xmlns:a16="http://schemas.microsoft.com/office/drawing/2014/main" id="{5C9B86F2-1D18-4953-9E68-5722380B0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91258" y="2381369"/>
                  <a:ext cx="2642096" cy="5573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288000" anchor="t" anchorCtr="0">
                  <a:normAutofit/>
                </a:bodyPr>
                <a:lstStyle/>
                <a:p>
                  <a:pPr eaLnBrk="1" hangingPunct="1">
                    <a:lnSpc>
                      <a:spcPct val="12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10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重新審視當前系統設計是否符合需求</a:t>
                  </a:r>
                  <a:endParaRPr lang="en-US" altLang="zh-TW" sz="10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  <a:p>
                  <a:pPr eaLnBrk="1" hangingPunct="1">
                    <a:lnSpc>
                      <a:spcPct val="12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1000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統一前後台技術棧，降低日後維運負擔</a:t>
                  </a:r>
                  <a:endParaRPr lang="zh-CN" altLang="en-US" sz="10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2" name="íślíḋè-TextBox 30">
                  <a:extLst>
                    <a:ext uri="{FF2B5EF4-FFF2-40B4-BE49-F238E27FC236}">
                      <a16:creationId xmlns="" xmlns:a16="http://schemas.microsoft.com/office/drawing/2014/main" id="{F8CA3823-65FB-41EA-AEB4-31A4E4E4DCE5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2591258" y="2102656"/>
                  <a:ext cx="2642096" cy="278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288000">
                  <a:normAutofit fontScale="85000" lnSpcReduction="20000"/>
                </a:bodyPr>
                <a:lstStyle/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b="1" dirty="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最優先</a:t>
                  </a:r>
                  <a:endParaRPr lang="zh-CN" altLang="en-US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10" name="íślíḋè-Freeform: Shape 37">
                <a:extLst>
                  <a:ext uri="{FF2B5EF4-FFF2-40B4-BE49-F238E27FC236}">
                    <a16:creationId xmlns="" xmlns:a16="http://schemas.microsoft.com/office/drawing/2014/main" id="{B47581C7-65FD-4FF1-936E-2AC6AB19A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5615" y="2147007"/>
                <a:ext cx="633204" cy="633204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9" name="圓角矩形 28">
            <a:extLst>
              <a:ext uri="{FF2B5EF4-FFF2-40B4-BE49-F238E27FC236}">
                <a16:creationId xmlns="" xmlns:a16="http://schemas.microsoft.com/office/drawing/2014/main" id="{B99F7568-BFFC-D6E2-644C-CD43DD986DF3}"/>
              </a:ext>
            </a:extLst>
          </p:cNvPr>
          <p:cNvSpPr/>
          <p:nvPr/>
        </p:nvSpPr>
        <p:spPr>
          <a:xfrm>
            <a:off x="473394" y="487998"/>
            <a:ext cx="185419" cy="5232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標題 1">
            <a:extLst>
              <a:ext uri="{FF2B5EF4-FFF2-40B4-BE49-F238E27FC236}">
                <a16:creationId xmlns="" xmlns:a16="http://schemas.microsoft.com/office/drawing/2014/main" id="{652EDE83-63CC-4B33-B715-3953EADE2100}"/>
              </a:ext>
            </a:extLst>
          </p:cNvPr>
          <p:cNvSpPr txBox="1">
            <a:spLocks/>
          </p:cNvSpPr>
          <p:nvPr/>
        </p:nvSpPr>
        <p:spPr>
          <a:xfrm>
            <a:off x="802249" y="487998"/>
            <a:ext cx="5429250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 b="1" dirty="0"/>
              <a:t>我們的建議</a:t>
            </a:r>
            <a:endParaRPr lang="zh-CN" altLang="en-US" sz="2800" b="1" dirty="0"/>
          </a:p>
        </p:txBody>
      </p:sp>
      <p:sp>
        <p:nvSpPr>
          <p:cNvPr id="31" name="圓角矩形 30">
            <a:extLst>
              <a:ext uri="{FF2B5EF4-FFF2-40B4-BE49-F238E27FC236}">
                <a16:creationId xmlns="" xmlns:a16="http://schemas.microsoft.com/office/drawing/2014/main" id="{2359EBEB-C448-ADA2-D6A3-0E47C00E5303}"/>
              </a:ext>
            </a:extLst>
          </p:cNvPr>
          <p:cNvSpPr/>
          <p:nvPr/>
        </p:nvSpPr>
        <p:spPr>
          <a:xfrm>
            <a:off x="238128" y="624840"/>
            <a:ext cx="185419" cy="38637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3861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圓角矩形 28">
            <a:extLst>
              <a:ext uri="{FF2B5EF4-FFF2-40B4-BE49-F238E27FC236}">
                <a16:creationId xmlns="" xmlns:a16="http://schemas.microsoft.com/office/drawing/2014/main" id="{B99F7568-BFFC-D6E2-644C-CD43DD986DF3}"/>
              </a:ext>
            </a:extLst>
          </p:cNvPr>
          <p:cNvSpPr/>
          <p:nvPr/>
        </p:nvSpPr>
        <p:spPr>
          <a:xfrm>
            <a:off x="473394" y="487998"/>
            <a:ext cx="185419" cy="5232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標題 1">
            <a:extLst>
              <a:ext uri="{FF2B5EF4-FFF2-40B4-BE49-F238E27FC236}">
                <a16:creationId xmlns="" xmlns:a16="http://schemas.microsoft.com/office/drawing/2014/main" id="{652EDE83-63CC-4B33-B715-3953EADE2100}"/>
              </a:ext>
            </a:extLst>
          </p:cNvPr>
          <p:cNvSpPr txBox="1">
            <a:spLocks/>
          </p:cNvSpPr>
          <p:nvPr/>
        </p:nvSpPr>
        <p:spPr>
          <a:xfrm>
            <a:off x="802249" y="487998"/>
            <a:ext cx="5429250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 b="1" dirty="0"/>
              <a:t>我們提供的服務</a:t>
            </a:r>
            <a:endParaRPr lang="zh-CN" altLang="en-US" sz="2800" b="1" dirty="0"/>
          </a:p>
        </p:txBody>
      </p:sp>
      <p:sp>
        <p:nvSpPr>
          <p:cNvPr id="31" name="圓角矩形 30">
            <a:extLst>
              <a:ext uri="{FF2B5EF4-FFF2-40B4-BE49-F238E27FC236}">
                <a16:creationId xmlns="" xmlns:a16="http://schemas.microsoft.com/office/drawing/2014/main" id="{2359EBEB-C448-ADA2-D6A3-0E47C00E5303}"/>
              </a:ext>
            </a:extLst>
          </p:cNvPr>
          <p:cNvSpPr/>
          <p:nvPr/>
        </p:nvSpPr>
        <p:spPr>
          <a:xfrm>
            <a:off x="238128" y="624840"/>
            <a:ext cx="185419" cy="38637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12"/>
          <p:cNvSpPr/>
          <p:nvPr/>
        </p:nvSpPr>
        <p:spPr>
          <a:xfrm>
            <a:off x="4554366" y="4279188"/>
            <a:ext cx="3083268" cy="816624"/>
          </a:xfrm>
          <a:custGeom>
            <a:avLst/>
            <a:gdLst>
              <a:gd name="connsiteX0" fmla="*/ 0 w 4780608"/>
              <a:gd name="connsiteY0" fmla="*/ 0 h 1266177"/>
              <a:gd name="connsiteX1" fmla="*/ 9039 w 4780608"/>
              <a:gd name="connsiteY1" fmla="*/ 14387 h 1266177"/>
              <a:gd name="connsiteX2" fmla="*/ 2390304 w 4780608"/>
              <a:gd name="connsiteY2" fmla="*/ 1101077 h 1266177"/>
              <a:gd name="connsiteX3" fmla="*/ 4771569 w 4780608"/>
              <a:gd name="connsiteY3" fmla="*/ 14387 h 1266177"/>
              <a:gd name="connsiteX4" fmla="*/ 4780608 w 4780608"/>
              <a:gd name="connsiteY4" fmla="*/ 0 h 1266177"/>
              <a:gd name="connsiteX5" fmla="*/ 4748251 w 4780608"/>
              <a:gd name="connsiteY5" fmla="*/ 67785 h 1266177"/>
              <a:gd name="connsiteX6" fmla="*/ 2390304 w 4780608"/>
              <a:gd name="connsiteY6" fmla="*/ 1266177 h 1266177"/>
              <a:gd name="connsiteX7" fmla="*/ 32357 w 4780608"/>
              <a:gd name="connsiteY7" fmla="*/ 67785 h 1266177"/>
              <a:gd name="connsiteX8" fmla="*/ 0 w 4780608"/>
              <a:gd name="connsiteY8" fmla="*/ 0 h 1266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80608" h="1266177">
                <a:moveTo>
                  <a:pt x="0" y="0"/>
                </a:moveTo>
                <a:lnTo>
                  <a:pt x="9039" y="14387"/>
                </a:lnTo>
                <a:cubicBezTo>
                  <a:pt x="467630" y="661669"/>
                  <a:pt x="1362042" y="1101077"/>
                  <a:pt x="2390304" y="1101077"/>
                </a:cubicBezTo>
                <a:cubicBezTo>
                  <a:pt x="3418566" y="1101077"/>
                  <a:pt x="4312978" y="661669"/>
                  <a:pt x="4771569" y="14387"/>
                </a:cubicBezTo>
                <a:lnTo>
                  <a:pt x="4780608" y="0"/>
                </a:lnTo>
                <a:lnTo>
                  <a:pt x="4748251" y="67785"/>
                </a:lnTo>
                <a:cubicBezTo>
                  <a:pt x="4359766" y="772030"/>
                  <a:pt x="3450297" y="1266177"/>
                  <a:pt x="2390304" y="1266177"/>
                </a:cubicBezTo>
                <a:cubicBezTo>
                  <a:pt x="1330311" y="1266177"/>
                  <a:pt x="420842" y="772030"/>
                  <a:pt x="32357" y="67785"/>
                </a:cubicBez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7"/>
          <p:cNvGrpSpPr/>
          <p:nvPr/>
        </p:nvGrpSpPr>
        <p:grpSpPr>
          <a:xfrm>
            <a:off x="5016500" y="2641686"/>
            <a:ext cx="2159000" cy="2045814"/>
            <a:chOff x="7410825" y="2727325"/>
            <a:chExt cx="7237414" cy="6858001"/>
          </a:xfrm>
          <a:solidFill>
            <a:schemeClr val="accent2"/>
          </a:solidFill>
        </p:grpSpPr>
        <p:sp>
          <p:nvSpPr>
            <p:cNvPr id="34" name="任意多边形 8"/>
            <p:cNvSpPr/>
            <p:nvPr/>
          </p:nvSpPr>
          <p:spPr>
            <a:xfrm>
              <a:off x="7410825" y="3128963"/>
              <a:ext cx="2333625" cy="6456362"/>
            </a:xfrm>
            <a:custGeom>
              <a:avLst/>
              <a:gdLst>
                <a:gd name="connsiteX0" fmla="*/ 1045369 w 2333625"/>
                <a:gd name="connsiteY0" fmla="*/ 1287462 h 6456362"/>
                <a:gd name="connsiteX1" fmla="*/ 1260475 w 2333625"/>
                <a:gd name="connsiteY1" fmla="*/ 2108074 h 6456362"/>
                <a:gd name="connsiteX2" fmla="*/ 1377156 w 2333625"/>
                <a:gd name="connsiteY2" fmla="*/ 1538249 h 6456362"/>
                <a:gd name="connsiteX3" fmla="*/ 1262856 w 2333625"/>
                <a:gd name="connsiteY3" fmla="*/ 1424760 h 6456362"/>
                <a:gd name="connsiteX4" fmla="*/ 1391444 w 2333625"/>
                <a:gd name="connsiteY4" fmla="*/ 1296986 h 6456362"/>
                <a:gd name="connsiteX5" fmla="*/ 1458119 w 2333625"/>
                <a:gd name="connsiteY5" fmla="*/ 1296986 h 6456362"/>
                <a:gd name="connsiteX6" fmla="*/ 1524794 w 2333625"/>
                <a:gd name="connsiteY6" fmla="*/ 1296986 h 6456362"/>
                <a:gd name="connsiteX7" fmla="*/ 1652588 w 2333625"/>
                <a:gd name="connsiteY7" fmla="*/ 1424760 h 6456362"/>
                <a:gd name="connsiteX8" fmla="*/ 1539081 w 2333625"/>
                <a:gd name="connsiteY8" fmla="*/ 1538249 h 6456362"/>
                <a:gd name="connsiteX9" fmla="*/ 1655763 w 2333625"/>
                <a:gd name="connsiteY9" fmla="*/ 2108074 h 6456362"/>
                <a:gd name="connsiteX10" fmla="*/ 1871663 w 2333625"/>
                <a:gd name="connsiteY10" fmla="*/ 1287462 h 6456362"/>
                <a:gd name="connsiteX11" fmla="*/ 2153444 w 2333625"/>
                <a:gd name="connsiteY11" fmla="*/ 1348572 h 6456362"/>
                <a:gd name="connsiteX12" fmla="*/ 2170113 w 2333625"/>
                <a:gd name="connsiteY12" fmla="*/ 1354127 h 6456362"/>
                <a:gd name="connsiteX13" fmla="*/ 2186781 w 2333625"/>
                <a:gd name="connsiteY13" fmla="*/ 1358095 h 6456362"/>
                <a:gd name="connsiteX14" fmla="*/ 2175669 w 2333625"/>
                <a:gd name="connsiteY14" fmla="*/ 1393015 h 6456362"/>
                <a:gd name="connsiteX15" fmla="*/ 2166144 w 2333625"/>
                <a:gd name="connsiteY15" fmla="*/ 1429522 h 6456362"/>
                <a:gd name="connsiteX16" fmla="*/ 2156619 w 2333625"/>
                <a:gd name="connsiteY16" fmla="*/ 1466029 h 6456362"/>
                <a:gd name="connsiteX17" fmla="*/ 2150269 w 2333625"/>
                <a:gd name="connsiteY17" fmla="*/ 1501742 h 6456362"/>
                <a:gd name="connsiteX18" fmla="*/ 1829594 w 2333625"/>
                <a:gd name="connsiteY18" fmla="*/ 3485018 h 6456362"/>
                <a:gd name="connsiteX19" fmla="*/ 1826419 w 2333625"/>
                <a:gd name="connsiteY19" fmla="*/ 3508827 h 6456362"/>
                <a:gd name="connsiteX20" fmla="*/ 1824038 w 2333625"/>
                <a:gd name="connsiteY20" fmla="*/ 3533430 h 6456362"/>
                <a:gd name="connsiteX21" fmla="*/ 1824038 w 2333625"/>
                <a:gd name="connsiteY21" fmla="*/ 3557239 h 6456362"/>
                <a:gd name="connsiteX22" fmla="*/ 1824038 w 2333625"/>
                <a:gd name="connsiteY22" fmla="*/ 3581841 h 6456362"/>
                <a:gd name="connsiteX23" fmla="*/ 1824831 w 2333625"/>
                <a:gd name="connsiteY23" fmla="*/ 3604856 h 6456362"/>
                <a:gd name="connsiteX24" fmla="*/ 1827213 w 2333625"/>
                <a:gd name="connsiteY24" fmla="*/ 3628665 h 6456362"/>
                <a:gd name="connsiteX25" fmla="*/ 1830388 w 2333625"/>
                <a:gd name="connsiteY25" fmla="*/ 3651680 h 6456362"/>
                <a:gd name="connsiteX26" fmla="*/ 1835150 w 2333625"/>
                <a:gd name="connsiteY26" fmla="*/ 3674696 h 6456362"/>
                <a:gd name="connsiteX27" fmla="*/ 1840706 w 2333625"/>
                <a:gd name="connsiteY27" fmla="*/ 3696917 h 6456362"/>
                <a:gd name="connsiteX28" fmla="*/ 1846263 w 2333625"/>
                <a:gd name="connsiteY28" fmla="*/ 3719932 h 6456362"/>
                <a:gd name="connsiteX29" fmla="*/ 1853406 w 2333625"/>
                <a:gd name="connsiteY29" fmla="*/ 3742154 h 6456362"/>
                <a:gd name="connsiteX30" fmla="*/ 1862138 w 2333625"/>
                <a:gd name="connsiteY30" fmla="*/ 3762788 h 6456362"/>
                <a:gd name="connsiteX31" fmla="*/ 1871663 w 2333625"/>
                <a:gd name="connsiteY31" fmla="*/ 3783423 h 6456362"/>
                <a:gd name="connsiteX32" fmla="*/ 1881188 w 2333625"/>
                <a:gd name="connsiteY32" fmla="*/ 3804851 h 6456362"/>
                <a:gd name="connsiteX33" fmla="*/ 1893094 w 2333625"/>
                <a:gd name="connsiteY33" fmla="*/ 3825485 h 6456362"/>
                <a:gd name="connsiteX34" fmla="*/ 1904206 w 2333625"/>
                <a:gd name="connsiteY34" fmla="*/ 3845326 h 6456362"/>
                <a:gd name="connsiteX35" fmla="*/ 1917700 w 2333625"/>
                <a:gd name="connsiteY35" fmla="*/ 3863579 h 6456362"/>
                <a:gd name="connsiteX36" fmla="*/ 1931988 w 2333625"/>
                <a:gd name="connsiteY36" fmla="*/ 3882626 h 6456362"/>
                <a:gd name="connsiteX37" fmla="*/ 1946275 w 2333625"/>
                <a:gd name="connsiteY37" fmla="*/ 3900086 h 6456362"/>
                <a:gd name="connsiteX38" fmla="*/ 1961356 w 2333625"/>
                <a:gd name="connsiteY38" fmla="*/ 3917546 h 6456362"/>
                <a:gd name="connsiteX39" fmla="*/ 1976438 w 2333625"/>
                <a:gd name="connsiteY39" fmla="*/ 3934212 h 6456362"/>
                <a:gd name="connsiteX40" fmla="*/ 1994694 w 2333625"/>
                <a:gd name="connsiteY40" fmla="*/ 3949291 h 6456362"/>
                <a:gd name="connsiteX41" fmla="*/ 2012156 w 2333625"/>
                <a:gd name="connsiteY41" fmla="*/ 3965163 h 6456362"/>
                <a:gd name="connsiteX42" fmla="*/ 2030413 w 2333625"/>
                <a:gd name="connsiteY42" fmla="*/ 3979449 h 6456362"/>
                <a:gd name="connsiteX43" fmla="*/ 2049463 w 2333625"/>
                <a:gd name="connsiteY43" fmla="*/ 3992147 h 6456362"/>
                <a:gd name="connsiteX44" fmla="*/ 2069306 w 2333625"/>
                <a:gd name="connsiteY44" fmla="*/ 4005638 h 6456362"/>
                <a:gd name="connsiteX45" fmla="*/ 2089944 w 2333625"/>
                <a:gd name="connsiteY45" fmla="*/ 4017543 h 6456362"/>
                <a:gd name="connsiteX46" fmla="*/ 2110581 w 2333625"/>
                <a:gd name="connsiteY46" fmla="*/ 4028654 h 6456362"/>
                <a:gd name="connsiteX47" fmla="*/ 2132013 w 2333625"/>
                <a:gd name="connsiteY47" fmla="*/ 4038177 h 6456362"/>
                <a:gd name="connsiteX48" fmla="*/ 2155031 w 2333625"/>
                <a:gd name="connsiteY48" fmla="*/ 4047701 h 6456362"/>
                <a:gd name="connsiteX49" fmla="*/ 2178050 w 2333625"/>
                <a:gd name="connsiteY49" fmla="*/ 4056431 h 6456362"/>
                <a:gd name="connsiteX50" fmla="*/ 2201069 w 2333625"/>
                <a:gd name="connsiteY50" fmla="*/ 4062780 h 6456362"/>
                <a:gd name="connsiteX51" fmla="*/ 2201863 w 2333625"/>
                <a:gd name="connsiteY51" fmla="*/ 4062780 h 6456362"/>
                <a:gd name="connsiteX52" fmla="*/ 2332831 w 2333625"/>
                <a:gd name="connsiteY52" fmla="*/ 6119070 h 6456362"/>
                <a:gd name="connsiteX53" fmla="*/ 2333625 w 2333625"/>
                <a:gd name="connsiteY53" fmla="*/ 6136530 h 6456362"/>
                <a:gd name="connsiteX54" fmla="*/ 2332831 w 2333625"/>
                <a:gd name="connsiteY54" fmla="*/ 6153196 h 6456362"/>
                <a:gd name="connsiteX55" fmla="*/ 2332038 w 2333625"/>
                <a:gd name="connsiteY55" fmla="*/ 6169862 h 6456362"/>
                <a:gd name="connsiteX56" fmla="*/ 2330450 w 2333625"/>
                <a:gd name="connsiteY56" fmla="*/ 6185735 h 6456362"/>
                <a:gd name="connsiteX57" fmla="*/ 2327275 w 2333625"/>
                <a:gd name="connsiteY57" fmla="*/ 6202401 h 6456362"/>
                <a:gd name="connsiteX58" fmla="*/ 2324100 w 2333625"/>
                <a:gd name="connsiteY58" fmla="*/ 6218273 h 6456362"/>
                <a:gd name="connsiteX59" fmla="*/ 2319338 w 2333625"/>
                <a:gd name="connsiteY59" fmla="*/ 6234146 h 6456362"/>
                <a:gd name="connsiteX60" fmla="*/ 2313781 w 2333625"/>
                <a:gd name="connsiteY60" fmla="*/ 6248431 h 6456362"/>
                <a:gd name="connsiteX61" fmla="*/ 2308225 w 2333625"/>
                <a:gd name="connsiteY61" fmla="*/ 6264304 h 6456362"/>
                <a:gd name="connsiteX62" fmla="*/ 2301875 w 2333625"/>
                <a:gd name="connsiteY62" fmla="*/ 6278589 h 6456362"/>
                <a:gd name="connsiteX63" fmla="*/ 2293938 w 2333625"/>
                <a:gd name="connsiteY63" fmla="*/ 6292875 h 6456362"/>
                <a:gd name="connsiteX64" fmla="*/ 2286794 w 2333625"/>
                <a:gd name="connsiteY64" fmla="*/ 6305573 h 6456362"/>
                <a:gd name="connsiteX65" fmla="*/ 2278063 w 2333625"/>
                <a:gd name="connsiteY65" fmla="*/ 6319065 h 6456362"/>
                <a:gd name="connsiteX66" fmla="*/ 2267744 w 2333625"/>
                <a:gd name="connsiteY66" fmla="*/ 6332556 h 6456362"/>
                <a:gd name="connsiteX67" fmla="*/ 2258219 w 2333625"/>
                <a:gd name="connsiteY67" fmla="*/ 6344461 h 6456362"/>
                <a:gd name="connsiteX68" fmla="*/ 2247900 w 2333625"/>
                <a:gd name="connsiteY68" fmla="*/ 6356365 h 6456362"/>
                <a:gd name="connsiteX69" fmla="*/ 2237581 w 2333625"/>
                <a:gd name="connsiteY69" fmla="*/ 6367475 h 6456362"/>
                <a:gd name="connsiteX70" fmla="*/ 2224881 w 2333625"/>
                <a:gd name="connsiteY70" fmla="*/ 6378587 h 6456362"/>
                <a:gd name="connsiteX71" fmla="*/ 2212975 w 2333625"/>
                <a:gd name="connsiteY71" fmla="*/ 6388110 h 6456362"/>
                <a:gd name="connsiteX72" fmla="*/ 2199481 w 2333625"/>
                <a:gd name="connsiteY72" fmla="*/ 6398427 h 6456362"/>
                <a:gd name="connsiteX73" fmla="*/ 2186781 w 2333625"/>
                <a:gd name="connsiteY73" fmla="*/ 6407157 h 6456362"/>
                <a:gd name="connsiteX74" fmla="*/ 2173288 w 2333625"/>
                <a:gd name="connsiteY74" fmla="*/ 6414299 h 6456362"/>
                <a:gd name="connsiteX75" fmla="*/ 2159000 w 2333625"/>
                <a:gd name="connsiteY75" fmla="*/ 6422236 h 6456362"/>
                <a:gd name="connsiteX76" fmla="*/ 2144713 w 2333625"/>
                <a:gd name="connsiteY76" fmla="*/ 6428585 h 6456362"/>
                <a:gd name="connsiteX77" fmla="*/ 2130425 w 2333625"/>
                <a:gd name="connsiteY77" fmla="*/ 6435727 h 6456362"/>
                <a:gd name="connsiteX78" fmla="*/ 2115344 w 2333625"/>
                <a:gd name="connsiteY78" fmla="*/ 6441283 h 6456362"/>
                <a:gd name="connsiteX79" fmla="*/ 2099469 w 2333625"/>
                <a:gd name="connsiteY79" fmla="*/ 6445251 h 6456362"/>
                <a:gd name="connsiteX80" fmla="*/ 2083594 w 2333625"/>
                <a:gd name="connsiteY80" fmla="*/ 6450013 h 6456362"/>
                <a:gd name="connsiteX81" fmla="*/ 2066925 w 2333625"/>
                <a:gd name="connsiteY81" fmla="*/ 6451600 h 6456362"/>
                <a:gd name="connsiteX82" fmla="*/ 2050256 w 2333625"/>
                <a:gd name="connsiteY82" fmla="*/ 6453981 h 6456362"/>
                <a:gd name="connsiteX83" fmla="*/ 2033588 w 2333625"/>
                <a:gd name="connsiteY83" fmla="*/ 6455569 h 6456362"/>
                <a:gd name="connsiteX84" fmla="*/ 2017713 w 2333625"/>
                <a:gd name="connsiteY84" fmla="*/ 6456362 h 6456362"/>
                <a:gd name="connsiteX85" fmla="*/ 2001838 w 2333625"/>
                <a:gd name="connsiteY85" fmla="*/ 6456362 h 6456362"/>
                <a:gd name="connsiteX86" fmla="*/ 1986756 w 2333625"/>
                <a:gd name="connsiteY86" fmla="*/ 6455569 h 6456362"/>
                <a:gd name="connsiteX87" fmla="*/ 1972469 w 2333625"/>
                <a:gd name="connsiteY87" fmla="*/ 6453187 h 6456362"/>
                <a:gd name="connsiteX88" fmla="*/ 1957388 w 2333625"/>
                <a:gd name="connsiteY88" fmla="*/ 6450807 h 6456362"/>
                <a:gd name="connsiteX89" fmla="*/ 1943100 w 2333625"/>
                <a:gd name="connsiteY89" fmla="*/ 6447632 h 6456362"/>
                <a:gd name="connsiteX90" fmla="*/ 1929606 w 2333625"/>
                <a:gd name="connsiteY90" fmla="*/ 6444457 h 6456362"/>
                <a:gd name="connsiteX91" fmla="*/ 1915319 w 2333625"/>
                <a:gd name="connsiteY91" fmla="*/ 6439696 h 6456362"/>
                <a:gd name="connsiteX92" fmla="*/ 1901825 w 2333625"/>
                <a:gd name="connsiteY92" fmla="*/ 6434141 h 6456362"/>
                <a:gd name="connsiteX93" fmla="*/ 1875631 w 2333625"/>
                <a:gd name="connsiteY93" fmla="*/ 6423029 h 6456362"/>
                <a:gd name="connsiteX94" fmla="*/ 1850231 w 2333625"/>
                <a:gd name="connsiteY94" fmla="*/ 6408745 h 6456362"/>
                <a:gd name="connsiteX95" fmla="*/ 1827213 w 2333625"/>
                <a:gd name="connsiteY95" fmla="*/ 6392871 h 6456362"/>
                <a:gd name="connsiteX96" fmla="*/ 1804988 w 2333625"/>
                <a:gd name="connsiteY96" fmla="*/ 6375412 h 6456362"/>
                <a:gd name="connsiteX97" fmla="*/ 1784350 w 2333625"/>
                <a:gd name="connsiteY97" fmla="*/ 6355571 h 6456362"/>
                <a:gd name="connsiteX98" fmla="*/ 1766094 w 2333625"/>
                <a:gd name="connsiteY98" fmla="*/ 6333349 h 6456362"/>
                <a:gd name="connsiteX99" fmla="*/ 1749425 w 2333625"/>
                <a:gd name="connsiteY99" fmla="*/ 6309541 h 6456362"/>
                <a:gd name="connsiteX100" fmla="*/ 1735138 w 2333625"/>
                <a:gd name="connsiteY100" fmla="*/ 6284939 h 6456362"/>
                <a:gd name="connsiteX101" fmla="*/ 1729581 w 2333625"/>
                <a:gd name="connsiteY101" fmla="*/ 6271447 h 6456362"/>
                <a:gd name="connsiteX102" fmla="*/ 1723231 w 2333625"/>
                <a:gd name="connsiteY102" fmla="*/ 6258749 h 6456362"/>
                <a:gd name="connsiteX103" fmla="*/ 1718469 w 2333625"/>
                <a:gd name="connsiteY103" fmla="*/ 6244463 h 6456362"/>
                <a:gd name="connsiteX104" fmla="*/ 1714500 w 2333625"/>
                <a:gd name="connsiteY104" fmla="*/ 6230971 h 6456362"/>
                <a:gd name="connsiteX105" fmla="*/ 1709738 w 2333625"/>
                <a:gd name="connsiteY105" fmla="*/ 6216687 h 6456362"/>
                <a:gd name="connsiteX106" fmla="*/ 1706563 w 2333625"/>
                <a:gd name="connsiteY106" fmla="*/ 6202401 h 6456362"/>
                <a:gd name="connsiteX107" fmla="*/ 1704181 w 2333625"/>
                <a:gd name="connsiteY107" fmla="*/ 6187322 h 6456362"/>
                <a:gd name="connsiteX108" fmla="*/ 1701800 w 2333625"/>
                <a:gd name="connsiteY108" fmla="*/ 6171449 h 6456362"/>
                <a:gd name="connsiteX109" fmla="*/ 1458119 w 2333625"/>
                <a:gd name="connsiteY109" fmla="*/ 3814374 h 6456362"/>
                <a:gd name="connsiteX110" fmla="*/ 1212850 w 2333625"/>
                <a:gd name="connsiteY110" fmla="*/ 6171449 h 6456362"/>
                <a:gd name="connsiteX111" fmla="*/ 1212056 w 2333625"/>
                <a:gd name="connsiteY111" fmla="*/ 6187322 h 6456362"/>
                <a:gd name="connsiteX112" fmla="*/ 1208881 w 2333625"/>
                <a:gd name="connsiteY112" fmla="*/ 6202401 h 6456362"/>
                <a:gd name="connsiteX113" fmla="*/ 1205706 w 2333625"/>
                <a:gd name="connsiteY113" fmla="*/ 6216687 h 6456362"/>
                <a:gd name="connsiteX114" fmla="*/ 1201738 w 2333625"/>
                <a:gd name="connsiteY114" fmla="*/ 6230971 h 6456362"/>
                <a:gd name="connsiteX115" fmla="*/ 1197769 w 2333625"/>
                <a:gd name="connsiteY115" fmla="*/ 6244463 h 6456362"/>
                <a:gd name="connsiteX116" fmla="*/ 1192213 w 2333625"/>
                <a:gd name="connsiteY116" fmla="*/ 6258749 h 6456362"/>
                <a:gd name="connsiteX117" fmla="*/ 1186656 w 2333625"/>
                <a:gd name="connsiteY117" fmla="*/ 6271447 h 6456362"/>
                <a:gd name="connsiteX118" fmla="*/ 1180306 w 2333625"/>
                <a:gd name="connsiteY118" fmla="*/ 6284939 h 6456362"/>
                <a:gd name="connsiteX119" fmla="*/ 1166019 w 2333625"/>
                <a:gd name="connsiteY119" fmla="*/ 6309541 h 6456362"/>
                <a:gd name="connsiteX120" fmla="*/ 1149350 w 2333625"/>
                <a:gd name="connsiteY120" fmla="*/ 6333349 h 6456362"/>
                <a:gd name="connsiteX121" fmla="*/ 1130300 w 2333625"/>
                <a:gd name="connsiteY121" fmla="*/ 6355571 h 6456362"/>
                <a:gd name="connsiteX122" fmla="*/ 1111250 w 2333625"/>
                <a:gd name="connsiteY122" fmla="*/ 6375412 h 6456362"/>
                <a:gd name="connsiteX123" fmla="*/ 1089025 w 2333625"/>
                <a:gd name="connsiteY123" fmla="*/ 6392871 h 6456362"/>
                <a:gd name="connsiteX124" fmla="*/ 1064419 w 2333625"/>
                <a:gd name="connsiteY124" fmla="*/ 6408745 h 6456362"/>
                <a:gd name="connsiteX125" fmla="*/ 1040606 w 2333625"/>
                <a:gd name="connsiteY125" fmla="*/ 6423029 h 6456362"/>
                <a:gd name="connsiteX126" fmla="*/ 1014413 w 2333625"/>
                <a:gd name="connsiteY126" fmla="*/ 6434141 h 6456362"/>
                <a:gd name="connsiteX127" fmla="*/ 1000125 w 2333625"/>
                <a:gd name="connsiteY127" fmla="*/ 6439696 h 6456362"/>
                <a:gd name="connsiteX128" fmla="*/ 986631 w 2333625"/>
                <a:gd name="connsiteY128" fmla="*/ 6444457 h 6456362"/>
                <a:gd name="connsiteX129" fmla="*/ 972344 w 2333625"/>
                <a:gd name="connsiteY129" fmla="*/ 6447632 h 6456362"/>
                <a:gd name="connsiteX130" fmla="*/ 958056 w 2333625"/>
                <a:gd name="connsiteY130" fmla="*/ 6450807 h 6456362"/>
                <a:gd name="connsiteX131" fmla="*/ 943769 w 2333625"/>
                <a:gd name="connsiteY131" fmla="*/ 6453187 h 6456362"/>
                <a:gd name="connsiteX132" fmla="*/ 928688 w 2333625"/>
                <a:gd name="connsiteY132" fmla="*/ 6455569 h 6456362"/>
                <a:gd name="connsiteX133" fmla="*/ 914400 w 2333625"/>
                <a:gd name="connsiteY133" fmla="*/ 6456362 h 6456362"/>
                <a:gd name="connsiteX134" fmla="*/ 898525 w 2333625"/>
                <a:gd name="connsiteY134" fmla="*/ 6456362 h 6456362"/>
                <a:gd name="connsiteX135" fmla="*/ 881063 w 2333625"/>
                <a:gd name="connsiteY135" fmla="*/ 6455569 h 6456362"/>
                <a:gd name="connsiteX136" fmla="*/ 864394 w 2333625"/>
                <a:gd name="connsiteY136" fmla="*/ 6453981 h 6456362"/>
                <a:gd name="connsiteX137" fmla="*/ 848519 w 2333625"/>
                <a:gd name="connsiteY137" fmla="*/ 6451600 h 6456362"/>
                <a:gd name="connsiteX138" fmla="*/ 831850 w 2333625"/>
                <a:gd name="connsiteY138" fmla="*/ 6450013 h 6456362"/>
                <a:gd name="connsiteX139" fmla="*/ 816769 w 2333625"/>
                <a:gd name="connsiteY139" fmla="*/ 6445251 h 6456362"/>
                <a:gd name="connsiteX140" fmla="*/ 800894 w 2333625"/>
                <a:gd name="connsiteY140" fmla="*/ 6441283 h 6456362"/>
                <a:gd name="connsiteX141" fmla="*/ 785813 w 2333625"/>
                <a:gd name="connsiteY141" fmla="*/ 6435727 h 6456362"/>
                <a:gd name="connsiteX142" fmla="*/ 769938 w 2333625"/>
                <a:gd name="connsiteY142" fmla="*/ 6428585 h 6456362"/>
                <a:gd name="connsiteX143" fmla="*/ 755650 w 2333625"/>
                <a:gd name="connsiteY143" fmla="*/ 6422236 h 6456362"/>
                <a:gd name="connsiteX144" fmla="*/ 741363 w 2333625"/>
                <a:gd name="connsiteY144" fmla="*/ 6414299 h 6456362"/>
                <a:gd name="connsiteX145" fmla="*/ 728663 w 2333625"/>
                <a:gd name="connsiteY145" fmla="*/ 6407157 h 6456362"/>
                <a:gd name="connsiteX146" fmla="*/ 715169 w 2333625"/>
                <a:gd name="connsiteY146" fmla="*/ 6398427 h 6456362"/>
                <a:gd name="connsiteX147" fmla="*/ 702469 w 2333625"/>
                <a:gd name="connsiteY147" fmla="*/ 6388110 h 6456362"/>
                <a:gd name="connsiteX148" fmla="*/ 689769 w 2333625"/>
                <a:gd name="connsiteY148" fmla="*/ 6378587 h 6456362"/>
                <a:gd name="connsiteX149" fmla="*/ 679450 w 2333625"/>
                <a:gd name="connsiteY149" fmla="*/ 6367475 h 6456362"/>
                <a:gd name="connsiteX150" fmla="*/ 668338 w 2333625"/>
                <a:gd name="connsiteY150" fmla="*/ 6356365 h 6456362"/>
                <a:gd name="connsiteX151" fmla="*/ 657225 w 2333625"/>
                <a:gd name="connsiteY151" fmla="*/ 6344461 h 6456362"/>
                <a:gd name="connsiteX152" fmla="*/ 646906 w 2333625"/>
                <a:gd name="connsiteY152" fmla="*/ 6332556 h 6456362"/>
                <a:gd name="connsiteX153" fmla="*/ 638175 w 2333625"/>
                <a:gd name="connsiteY153" fmla="*/ 6319065 h 6456362"/>
                <a:gd name="connsiteX154" fmla="*/ 629444 w 2333625"/>
                <a:gd name="connsiteY154" fmla="*/ 6305573 h 6456362"/>
                <a:gd name="connsiteX155" fmla="*/ 622300 w 2333625"/>
                <a:gd name="connsiteY155" fmla="*/ 6292875 h 6456362"/>
                <a:gd name="connsiteX156" fmla="*/ 614363 w 2333625"/>
                <a:gd name="connsiteY156" fmla="*/ 6278589 h 6456362"/>
                <a:gd name="connsiteX157" fmla="*/ 608012 w 2333625"/>
                <a:gd name="connsiteY157" fmla="*/ 6264304 h 6456362"/>
                <a:gd name="connsiteX158" fmla="*/ 600869 w 2333625"/>
                <a:gd name="connsiteY158" fmla="*/ 6248431 h 6456362"/>
                <a:gd name="connsiteX159" fmla="*/ 596900 w 2333625"/>
                <a:gd name="connsiteY159" fmla="*/ 6234146 h 6456362"/>
                <a:gd name="connsiteX160" fmla="*/ 592137 w 2333625"/>
                <a:gd name="connsiteY160" fmla="*/ 6218273 h 6456362"/>
                <a:gd name="connsiteX161" fmla="*/ 588169 w 2333625"/>
                <a:gd name="connsiteY161" fmla="*/ 6202401 h 6456362"/>
                <a:gd name="connsiteX162" fmla="*/ 585788 w 2333625"/>
                <a:gd name="connsiteY162" fmla="*/ 6185735 h 6456362"/>
                <a:gd name="connsiteX163" fmla="*/ 583406 w 2333625"/>
                <a:gd name="connsiteY163" fmla="*/ 6169862 h 6456362"/>
                <a:gd name="connsiteX164" fmla="*/ 582613 w 2333625"/>
                <a:gd name="connsiteY164" fmla="*/ 6153196 h 6456362"/>
                <a:gd name="connsiteX165" fmla="*/ 582613 w 2333625"/>
                <a:gd name="connsiteY165" fmla="*/ 6136530 h 6456362"/>
                <a:gd name="connsiteX166" fmla="*/ 582613 w 2333625"/>
                <a:gd name="connsiteY166" fmla="*/ 6119070 h 6456362"/>
                <a:gd name="connsiteX167" fmla="*/ 746125 w 2333625"/>
                <a:gd name="connsiteY167" fmla="*/ 3549302 h 6456362"/>
                <a:gd name="connsiteX168" fmla="*/ 749300 w 2333625"/>
                <a:gd name="connsiteY168" fmla="*/ 3496129 h 6456362"/>
                <a:gd name="connsiteX169" fmla="*/ 750888 w 2333625"/>
                <a:gd name="connsiteY169" fmla="*/ 3440575 h 6456362"/>
                <a:gd name="connsiteX170" fmla="*/ 750888 w 2333625"/>
                <a:gd name="connsiteY170" fmla="*/ 3387402 h 6456362"/>
                <a:gd name="connsiteX171" fmla="*/ 749300 w 2333625"/>
                <a:gd name="connsiteY171" fmla="*/ 3331848 h 6456362"/>
                <a:gd name="connsiteX172" fmla="*/ 723900 w 2333625"/>
                <a:gd name="connsiteY172" fmla="*/ 2545363 h 6456362"/>
                <a:gd name="connsiteX173" fmla="*/ 500063 w 2333625"/>
                <a:gd name="connsiteY173" fmla="*/ 3781835 h 6456362"/>
                <a:gd name="connsiteX174" fmla="*/ 496888 w 2333625"/>
                <a:gd name="connsiteY174" fmla="*/ 3794533 h 6456362"/>
                <a:gd name="connsiteX175" fmla="*/ 493713 w 2333625"/>
                <a:gd name="connsiteY175" fmla="*/ 3808025 h 6456362"/>
                <a:gd name="connsiteX176" fmla="*/ 488950 w 2333625"/>
                <a:gd name="connsiteY176" fmla="*/ 3820723 h 6456362"/>
                <a:gd name="connsiteX177" fmla="*/ 484188 w 2333625"/>
                <a:gd name="connsiteY177" fmla="*/ 3833421 h 6456362"/>
                <a:gd name="connsiteX178" fmla="*/ 479425 w 2333625"/>
                <a:gd name="connsiteY178" fmla="*/ 3845326 h 6456362"/>
                <a:gd name="connsiteX179" fmla="*/ 473869 w 2333625"/>
                <a:gd name="connsiteY179" fmla="*/ 3857230 h 6456362"/>
                <a:gd name="connsiteX180" fmla="*/ 466725 w 2333625"/>
                <a:gd name="connsiteY180" fmla="*/ 3868341 h 6456362"/>
                <a:gd name="connsiteX181" fmla="*/ 459581 w 2333625"/>
                <a:gd name="connsiteY181" fmla="*/ 3879452 h 6456362"/>
                <a:gd name="connsiteX182" fmla="*/ 451644 w 2333625"/>
                <a:gd name="connsiteY182" fmla="*/ 3888975 h 6456362"/>
                <a:gd name="connsiteX183" fmla="*/ 443706 w 2333625"/>
                <a:gd name="connsiteY183" fmla="*/ 3900086 h 6456362"/>
                <a:gd name="connsiteX184" fmla="*/ 426244 w 2333625"/>
                <a:gd name="connsiteY184" fmla="*/ 3917546 h 6456362"/>
                <a:gd name="connsiteX185" fmla="*/ 406400 w 2333625"/>
                <a:gd name="connsiteY185" fmla="*/ 3935006 h 6456362"/>
                <a:gd name="connsiteX186" fmla="*/ 385763 w 2333625"/>
                <a:gd name="connsiteY186" fmla="*/ 3949291 h 6456362"/>
                <a:gd name="connsiteX187" fmla="*/ 363538 w 2333625"/>
                <a:gd name="connsiteY187" fmla="*/ 3961989 h 6456362"/>
                <a:gd name="connsiteX188" fmla="*/ 340519 w 2333625"/>
                <a:gd name="connsiteY188" fmla="*/ 3972306 h 6456362"/>
                <a:gd name="connsiteX189" fmla="*/ 315119 w 2333625"/>
                <a:gd name="connsiteY189" fmla="*/ 3980242 h 6456362"/>
                <a:gd name="connsiteX190" fmla="*/ 303213 w 2333625"/>
                <a:gd name="connsiteY190" fmla="*/ 3982623 h 6456362"/>
                <a:gd name="connsiteX191" fmla="*/ 289719 w 2333625"/>
                <a:gd name="connsiteY191" fmla="*/ 3985004 h 6456362"/>
                <a:gd name="connsiteX192" fmla="*/ 277812 w 2333625"/>
                <a:gd name="connsiteY192" fmla="*/ 3986591 h 6456362"/>
                <a:gd name="connsiteX193" fmla="*/ 265112 w 2333625"/>
                <a:gd name="connsiteY193" fmla="*/ 3988179 h 6456362"/>
                <a:gd name="connsiteX194" fmla="*/ 251619 w 2333625"/>
                <a:gd name="connsiteY194" fmla="*/ 3988179 h 6456362"/>
                <a:gd name="connsiteX195" fmla="*/ 238125 w 2333625"/>
                <a:gd name="connsiteY195" fmla="*/ 3988179 h 6456362"/>
                <a:gd name="connsiteX196" fmla="*/ 225425 w 2333625"/>
                <a:gd name="connsiteY196" fmla="*/ 3986591 h 6456362"/>
                <a:gd name="connsiteX197" fmla="*/ 211931 w 2333625"/>
                <a:gd name="connsiteY197" fmla="*/ 3985004 h 6456362"/>
                <a:gd name="connsiteX198" fmla="*/ 197644 w 2333625"/>
                <a:gd name="connsiteY198" fmla="*/ 3982623 h 6456362"/>
                <a:gd name="connsiteX199" fmla="*/ 184944 w 2333625"/>
                <a:gd name="connsiteY199" fmla="*/ 3979449 h 6456362"/>
                <a:gd name="connsiteX200" fmla="*/ 162719 w 2333625"/>
                <a:gd name="connsiteY200" fmla="*/ 3971512 h 6456362"/>
                <a:gd name="connsiteX201" fmla="*/ 140494 w 2333625"/>
                <a:gd name="connsiteY201" fmla="*/ 3961989 h 6456362"/>
                <a:gd name="connsiteX202" fmla="*/ 120650 w 2333625"/>
                <a:gd name="connsiteY202" fmla="*/ 3950878 h 6456362"/>
                <a:gd name="connsiteX203" fmla="*/ 100806 w 2333625"/>
                <a:gd name="connsiteY203" fmla="*/ 3938180 h 6456362"/>
                <a:gd name="connsiteX204" fmla="*/ 83344 w 2333625"/>
                <a:gd name="connsiteY204" fmla="*/ 3923101 h 6456362"/>
                <a:gd name="connsiteX205" fmla="*/ 68262 w 2333625"/>
                <a:gd name="connsiteY205" fmla="*/ 3908022 h 6456362"/>
                <a:gd name="connsiteX206" fmla="*/ 52387 w 2333625"/>
                <a:gd name="connsiteY206" fmla="*/ 3890562 h 6456362"/>
                <a:gd name="connsiteX207" fmla="*/ 39687 w 2333625"/>
                <a:gd name="connsiteY207" fmla="*/ 3872309 h 6456362"/>
                <a:gd name="connsiteX208" fmla="*/ 28575 w 2333625"/>
                <a:gd name="connsiteY208" fmla="*/ 3853262 h 6456362"/>
                <a:gd name="connsiteX209" fmla="*/ 19050 w 2333625"/>
                <a:gd name="connsiteY209" fmla="*/ 3831834 h 6456362"/>
                <a:gd name="connsiteX210" fmla="*/ 11112 w 2333625"/>
                <a:gd name="connsiteY210" fmla="*/ 3811200 h 6456362"/>
                <a:gd name="connsiteX211" fmla="*/ 5556 w 2333625"/>
                <a:gd name="connsiteY211" fmla="*/ 3788978 h 6456362"/>
                <a:gd name="connsiteX212" fmla="*/ 2381 w 2333625"/>
                <a:gd name="connsiteY212" fmla="*/ 3765963 h 6456362"/>
                <a:gd name="connsiteX213" fmla="*/ 0 w 2333625"/>
                <a:gd name="connsiteY213" fmla="*/ 3742948 h 6456362"/>
                <a:gd name="connsiteX214" fmla="*/ 794 w 2333625"/>
                <a:gd name="connsiteY214" fmla="*/ 3719932 h 6456362"/>
                <a:gd name="connsiteX215" fmla="*/ 3175 w 2333625"/>
                <a:gd name="connsiteY215" fmla="*/ 3696123 h 6456362"/>
                <a:gd name="connsiteX216" fmla="*/ 304006 w 2333625"/>
                <a:gd name="connsiteY216" fmla="*/ 1830304 h 6456362"/>
                <a:gd name="connsiteX217" fmla="*/ 308769 w 2333625"/>
                <a:gd name="connsiteY217" fmla="*/ 1807289 h 6456362"/>
                <a:gd name="connsiteX218" fmla="*/ 313531 w 2333625"/>
                <a:gd name="connsiteY218" fmla="*/ 1785861 h 6456362"/>
                <a:gd name="connsiteX219" fmla="*/ 318294 w 2333625"/>
                <a:gd name="connsiteY219" fmla="*/ 1764433 h 6456362"/>
                <a:gd name="connsiteX220" fmla="*/ 325437 w 2333625"/>
                <a:gd name="connsiteY220" fmla="*/ 1743005 h 6456362"/>
                <a:gd name="connsiteX221" fmla="*/ 332581 w 2333625"/>
                <a:gd name="connsiteY221" fmla="*/ 1721577 h 6456362"/>
                <a:gd name="connsiteX222" fmla="*/ 340519 w 2333625"/>
                <a:gd name="connsiteY222" fmla="*/ 1700942 h 6456362"/>
                <a:gd name="connsiteX223" fmla="*/ 349250 w 2333625"/>
                <a:gd name="connsiteY223" fmla="*/ 1681102 h 6456362"/>
                <a:gd name="connsiteX224" fmla="*/ 359569 w 2333625"/>
                <a:gd name="connsiteY224" fmla="*/ 1661261 h 6456362"/>
                <a:gd name="connsiteX225" fmla="*/ 369094 w 2333625"/>
                <a:gd name="connsiteY225" fmla="*/ 1641420 h 6456362"/>
                <a:gd name="connsiteX226" fmla="*/ 380206 w 2333625"/>
                <a:gd name="connsiteY226" fmla="*/ 1623167 h 6456362"/>
                <a:gd name="connsiteX227" fmla="*/ 391319 w 2333625"/>
                <a:gd name="connsiteY227" fmla="*/ 1604120 h 6456362"/>
                <a:gd name="connsiteX228" fmla="*/ 403225 w 2333625"/>
                <a:gd name="connsiteY228" fmla="*/ 1585866 h 6456362"/>
                <a:gd name="connsiteX229" fmla="*/ 416719 w 2333625"/>
                <a:gd name="connsiteY229" fmla="*/ 1567613 h 6456362"/>
                <a:gd name="connsiteX230" fmla="*/ 429419 w 2333625"/>
                <a:gd name="connsiteY230" fmla="*/ 1551740 h 6456362"/>
                <a:gd name="connsiteX231" fmla="*/ 443706 w 2333625"/>
                <a:gd name="connsiteY231" fmla="*/ 1535074 h 6456362"/>
                <a:gd name="connsiteX232" fmla="*/ 459581 w 2333625"/>
                <a:gd name="connsiteY232" fmla="*/ 1518408 h 6456362"/>
                <a:gd name="connsiteX233" fmla="*/ 474663 w 2333625"/>
                <a:gd name="connsiteY233" fmla="*/ 1503329 h 6456362"/>
                <a:gd name="connsiteX234" fmla="*/ 489744 w 2333625"/>
                <a:gd name="connsiteY234" fmla="*/ 1487457 h 6456362"/>
                <a:gd name="connsiteX235" fmla="*/ 506413 w 2333625"/>
                <a:gd name="connsiteY235" fmla="*/ 1473171 h 6456362"/>
                <a:gd name="connsiteX236" fmla="*/ 523081 w 2333625"/>
                <a:gd name="connsiteY236" fmla="*/ 1460473 h 6456362"/>
                <a:gd name="connsiteX237" fmla="*/ 540544 w 2333625"/>
                <a:gd name="connsiteY237" fmla="*/ 1446981 h 6456362"/>
                <a:gd name="connsiteX238" fmla="*/ 558006 w 2333625"/>
                <a:gd name="connsiteY238" fmla="*/ 1435077 h 6456362"/>
                <a:gd name="connsiteX239" fmla="*/ 577056 w 2333625"/>
                <a:gd name="connsiteY239" fmla="*/ 1423173 h 6456362"/>
                <a:gd name="connsiteX240" fmla="*/ 595313 w 2333625"/>
                <a:gd name="connsiteY240" fmla="*/ 1412062 h 6456362"/>
                <a:gd name="connsiteX241" fmla="*/ 615156 w 2333625"/>
                <a:gd name="connsiteY241" fmla="*/ 1400951 h 6456362"/>
                <a:gd name="connsiteX242" fmla="*/ 635000 w 2333625"/>
                <a:gd name="connsiteY242" fmla="*/ 1391428 h 6456362"/>
                <a:gd name="connsiteX243" fmla="*/ 654844 w 2333625"/>
                <a:gd name="connsiteY243" fmla="*/ 1382698 h 6456362"/>
                <a:gd name="connsiteX244" fmla="*/ 675481 w 2333625"/>
                <a:gd name="connsiteY244" fmla="*/ 1373174 h 6456362"/>
                <a:gd name="connsiteX245" fmla="*/ 696913 w 2333625"/>
                <a:gd name="connsiteY245" fmla="*/ 1366825 h 6456362"/>
                <a:gd name="connsiteX246" fmla="*/ 718344 w 2333625"/>
                <a:gd name="connsiteY246" fmla="*/ 1358889 h 6456362"/>
                <a:gd name="connsiteX247" fmla="*/ 740569 w 2333625"/>
                <a:gd name="connsiteY247" fmla="*/ 1354127 h 6456362"/>
                <a:gd name="connsiteX248" fmla="*/ 762794 w 2333625"/>
                <a:gd name="connsiteY248" fmla="*/ 1348572 h 6456362"/>
                <a:gd name="connsiteX249" fmla="*/ 1457276 w 2333625"/>
                <a:gd name="connsiteY249" fmla="*/ 0 h 6456362"/>
                <a:gd name="connsiteX250" fmla="*/ 2022476 w 2333625"/>
                <a:gd name="connsiteY250" fmla="*/ 565200 h 6456362"/>
                <a:gd name="connsiteX251" fmla="*/ 1457276 w 2333625"/>
                <a:gd name="connsiteY251" fmla="*/ 1130400 h 6456362"/>
                <a:gd name="connsiteX252" fmla="*/ 892076 w 2333625"/>
                <a:gd name="connsiteY252" fmla="*/ 565200 h 6456362"/>
                <a:gd name="connsiteX253" fmla="*/ 1457276 w 2333625"/>
                <a:gd name="connsiteY253" fmla="*/ 0 h 6456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</a:cxnLst>
              <a:rect l="l" t="t" r="r" b="b"/>
              <a:pathLst>
                <a:path w="2333625" h="6456362">
                  <a:moveTo>
                    <a:pt x="1045369" y="1287462"/>
                  </a:moveTo>
                  <a:lnTo>
                    <a:pt x="1260475" y="2108074"/>
                  </a:lnTo>
                  <a:lnTo>
                    <a:pt x="1377156" y="1538249"/>
                  </a:lnTo>
                  <a:lnTo>
                    <a:pt x="1262856" y="1424760"/>
                  </a:lnTo>
                  <a:lnTo>
                    <a:pt x="1391444" y="1296986"/>
                  </a:lnTo>
                  <a:lnTo>
                    <a:pt x="1458119" y="1296986"/>
                  </a:lnTo>
                  <a:lnTo>
                    <a:pt x="1524794" y="1296986"/>
                  </a:lnTo>
                  <a:lnTo>
                    <a:pt x="1652588" y="1424760"/>
                  </a:lnTo>
                  <a:lnTo>
                    <a:pt x="1539081" y="1538249"/>
                  </a:lnTo>
                  <a:lnTo>
                    <a:pt x="1655763" y="2108074"/>
                  </a:lnTo>
                  <a:lnTo>
                    <a:pt x="1871663" y="1287462"/>
                  </a:lnTo>
                  <a:lnTo>
                    <a:pt x="2153444" y="1348572"/>
                  </a:lnTo>
                  <a:lnTo>
                    <a:pt x="2170113" y="1354127"/>
                  </a:lnTo>
                  <a:lnTo>
                    <a:pt x="2186781" y="1358095"/>
                  </a:lnTo>
                  <a:lnTo>
                    <a:pt x="2175669" y="1393015"/>
                  </a:lnTo>
                  <a:lnTo>
                    <a:pt x="2166144" y="1429522"/>
                  </a:lnTo>
                  <a:lnTo>
                    <a:pt x="2156619" y="1466029"/>
                  </a:lnTo>
                  <a:lnTo>
                    <a:pt x="2150269" y="1501742"/>
                  </a:lnTo>
                  <a:lnTo>
                    <a:pt x="1829594" y="3485018"/>
                  </a:lnTo>
                  <a:lnTo>
                    <a:pt x="1826419" y="3508827"/>
                  </a:lnTo>
                  <a:lnTo>
                    <a:pt x="1824038" y="3533430"/>
                  </a:lnTo>
                  <a:lnTo>
                    <a:pt x="1824038" y="3557239"/>
                  </a:lnTo>
                  <a:lnTo>
                    <a:pt x="1824038" y="3581841"/>
                  </a:lnTo>
                  <a:lnTo>
                    <a:pt x="1824831" y="3604856"/>
                  </a:lnTo>
                  <a:lnTo>
                    <a:pt x="1827213" y="3628665"/>
                  </a:lnTo>
                  <a:lnTo>
                    <a:pt x="1830388" y="3651680"/>
                  </a:lnTo>
                  <a:lnTo>
                    <a:pt x="1835150" y="3674696"/>
                  </a:lnTo>
                  <a:lnTo>
                    <a:pt x="1840706" y="3696917"/>
                  </a:lnTo>
                  <a:lnTo>
                    <a:pt x="1846263" y="3719932"/>
                  </a:lnTo>
                  <a:lnTo>
                    <a:pt x="1853406" y="3742154"/>
                  </a:lnTo>
                  <a:lnTo>
                    <a:pt x="1862138" y="3762788"/>
                  </a:lnTo>
                  <a:lnTo>
                    <a:pt x="1871663" y="3783423"/>
                  </a:lnTo>
                  <a:lnTo>
                    <a:pt x="1881188" y="3804851"/>
                  </a:lnTo>
                  <a:lnTo>
                    <a:pt x="1893094" y="3825485"/>
                  </a:lnTo>
                  <a:lnTo>
                    <a:pt x="1904206" y="3845326"/>
                  </a:lnTo>
                  <a:lnTo>
                    <a:pt x="1917700" y="3863579"/>
                  </a:lnTo>
                  <a:lnTo>
                    <a:pt x="1931988" y="3882626"/>
                  </a:lnTo>
                  <a:lnTo>
                    <a:pt x="1946275" y="3900086"/>
                  </a:lnTo>
                  <a:lnTo>
                    <a:pt x="1961356" y="3917546"/>
                  </a:lnTo>
                  <a:lnTo>
                    <a:pt x="1976438" y="3934212"/>
                  </a:lnTo>
                  <a:lnTo>
                    <a:pt x="1994694" y="3949291"/>
                  </a:lnTo>
                  <a:lnTo>
                    <a:pt x="2012156" y="3965163"/>
                  </a:lnTo>
                  <a:lnTo>
                    <a:pt x="2030413" y="3979449"/>
                  </a:lnTo>
                  <a:lnTo>
                    <a:pt x="2049463" y="3992147"/>
                  </a:lnTo>
                  <a:lnTo>
                    <a:pt x="2069306" y="4005638"/>
                  </a:lnTo>
                  <a:lnTo>
                    <a:pt x="2089944" y="4017543"/>
                  </a:lnTo>
                  <a:lnTo>
                    <a:pt x="2110581" y="4028654"/>
                  </a:lnTo>
                  <a:lnTo>
                    <a:pt x="2132013" y="4038177"/>
                  </a:lnTo>
                  <a:lnTo>
                    <a:pt x="2155031" y="4047701"/>
                  </a:lnTo>
                  <a:lnTo>
                    <a:pt x="2178050" y="4056431"/>
                  </a:lnTo>
                  <a:lnTo>
                    <a:pt x="2201069" y="4062780"/>
                  </a:lnTo>
                  <a:lnTo>
                    <a:pt x="2201863" y="4062780"/>
                  </a:lnTo>
                  <a:lnTo>
                    <a:pt x="2332831" y="6119070"/>
                  </a:lnTo>
                  <a:lnTo>
                    <a:pt x="2333625" y="6136530"/>
                  </a:lnTo>
                  <a:lnTo>
                    <a:pt x="2332831" y="6153196"/>
                  </a:lnTo>
                  <a:lnTo>
                    <a:pt x="2332038" y="6169862"/>
                  </a:lnTo>
                  <a:lnTo>
                    <a:pt x="2330450" y="6185735"/>
                  </a:lnTo>
                  <a:lnTo>
                    <a:pt x="2327275" y="6202401"/>
                  </a:lnTo>
                  <a:lnTo>
                    <a:pt x="2324100" y="6218273"/>
                  </a:lnTo>
                  <a:lnTo>
                    <a:pt x="2319338" y="6234146"/>
                  </a:lnTo>
                  <a:lnTo>
                    <a:pt x="2313781" y="6248431"/>
                  </a:lnTo>
                  <a:lnTo>
                    <a:pt x="2308225" y="6264304"/>
                  </a:lnTo>
                  <a:lnTo>
                    <a:pt x="2301875" y="6278589"/>
                  </a:lnTo>
                  <a:lnTo>
                    <a:pt x="2293938" y="6292875"/>
                  </a:lnTo>
                  <a:lnTo>
                    <a:pt x="2286794" y="6305573"/>
                  </a:lnTo>
                  <a:lnTo>
                    <a:pt x="2278063" y="6319065"/>
                  </a:lnTo>
                  <a:lnTo>
                    <a:pt x="2267744" y="6332556"/>
                  </a:lnTo>
                  <a:lnTo>
                    <a:pt x="2258219" y="6344461"/>
                  </a:lnTo>
                  <a:lnTo>
                    <a:pt x="2247900" y="6356365"/>
                  </a:lnTo>
                  <a:lnTo>
                    <a:pt x="2237581" y="6367475"/>
                  </a:lnTo>
                  <a:lnTo>
                    <a:pt x="2224881" y="6378587"/>
                  </a:lnTo>
                  <a:lnTo>
                    <a:pt x="2212975" y="6388110"/>
                  </a:lnTo>
                  <a:lnTo>
                    <a:pt x="2199481" y="6398427"/>
                  </a:lnTo>
                  <a:lnTo>
                    <a:pt x="2186781" y="6407157"/>
                  </a:lnTo>
                  <a:lnTo>
                    <a:pt x="2173288" y="6414299"/>
                  </a:lnTo>
                  <a:lnTo>
                    <a:pt x="2159000" y="6422236"/>
                  </a:lnTo>
                  <a:lnTo>
                    <a:pt x="2144713" y="6428585"/>
                  </a:lnTo>
                  <a:lnTo>
                    <a:pt x="2130425" y="6435727"/>
                  </a:lnTo>
                  <a:lnTo>
                    <a:pt x="2115344" y="6441283"/>
                  </a:lnTo>
                  <a:lnTo>
                    <a:pt x="2099469" y="6445251"/>
                  </a:lnTo>
                  <a:lnTo>
                    <a:pt x="2083594" y="6450013"/>
                  </a:lnTo>
                  <a:lnTo>
                    <a:pt x="2066925" y="6451600"/>
                  </a:lnTo>
                  <a:lnTo>
                    <a:pt x="2050256" y="6453981"/>
                  </a:lnTo>
                  <a:lnTo>
                    <a:pt x="2033588" y="6455569"/>
                  </a:lnTo>
                  <a:lnTo>
                    <a:pt x="2017713" y="6456362"/>
                  </a:lnTo>
                  <a:lnTo>
                    <a:pt x="2001838" y="6456362"/>
                  </a:lnTo>
                  <a:lnTo>
                    <a:pt x="1986756" y="6455569"/>
                  </a:lnTo>
                  <a:lnTo>
                    <a:pt x="1972469" y="6453187"/>
                  </a:lnTo>
                  <a:lnTo>
                    <a:pt x="1957388" y="6450807"/>
                  </a:lnTo>
                  <a:lnTo>
                    <a:pt x="1943100" y="6447632"/>
                  </a:lnTo>
                  <a:lnTo>
                    <a:pt x="1929606" y="6444457"/>
                  </a:lnTo>
                  <a:lnTo>
                    <a:pt x="1915319" y="6439696"/>
                  </a:lnTo>
                  <a:lnTo>
                    <a:pt x="1901825" y="6434141"/>
                  </a:lnTo>
                  <a:lnTo>
                    <a:pt x="1875631" y="6423029"/>
                  </a:lnTo>
                  <a:lnTo>
                    <a:pt x="1850231" y="6408745"/>
                  </a:lnTo>
                  <a:lnTo>
                    <a:pt x="1827213" y="6392871"/>
                  </a:lnTo>
                  <a:lnTo>
                    <a:pt x="1804988" y="6375412"/>
                  </a:lnTo>
                  <a:lnTo>
                    <a:pt x="1784350" y="6355571"/>
                  </a:lnTo>
                  <a:lnTo>
                    <a:pt x="1766094" y="6333349"/>
                  </a:lnTo>
                  <a:lnTo>
                    <a:pt x="1749425" y="6309541"/>
                  </a:lnTo>
                  <a:lnTo>
                    <a:pt x="1735138" y="6284939"/>
                  </a:lnTo>
                  <a:lnTo>
                    <a:pt x="1729581" y="6271447"/>
                  </a:lnTo>
                  <a:lnTo>
                    <a:pt x="1723231" y="6258749"/>
                  </a:lnTo>
                  <a:lnTo>
                    <a:pt x="1718469" y="6244463"/>
                  </a:lnTo>
                  <a:lnTo>
                    <a:pt x="1714500" y="6230971"/>
                  </a:lnTo>
                  <a:lnTo>
                    <a:pt x="1709738" y="6216687"/>
                  </a:lnTo>
                  <a:lnTo>
                    <a:pt x="1706563" y="6202401"/>
                  </a:lnTo>
                  <a:lnTo>
                    <a:pt x="1704181" y="6187322"/>
                  </a:lnTo>
                  <a:lnTo>
                    <a:pt x="1701800" y="6171449"/>
                  </a:lnTo>
                  <a:lnTo>
                    <a:pt x="1458119" y="3814374"/>
                  </a:lnTo>
                  <a:lnTo>
                    <a:pt x="1212850" y="6171449"/>
                  </a:lnTo>
                  <a:lnTo>
                    <a:pt x="1212056" y="6187322"/>
                  </a:lnTo>
                  <a:lnTo>
                    <a:pt x="1208881" y="6202401"/>
                  </a:lnTo>
                  <a:lnTo>
                    <a:pt x="1205706" y="6216687"/>
                  </a:lnTo>
                  <a:lnTo>
                    <a:pt x="1201738" y="6230971"/>
                  </a:lnTo>
                  <a:lnTo>
                    <a:pt x="1197769" y="6244463"/>
                  </a:lnTo>
                  <a:lnTo>
                    <a:pt x="1192213" y="6258749"/>
                  </a:lnTo>
                  <a:lnTo>
                    <a:pt x="1186656" y="6271447"/>
                  </a:lnTo>
                  <a:lnTo>
                    <a:pt x="1180306" y="6284939"/>
                  </a:lnTo>
                  <a:lnTo>
                    <a:pt x="1166019" y="6309541"/>
                  </a:lnTo>
                  <a:lnTo>
                    <a:pt x="1149350" y="6333349"/>
                  </a:lnTo>
                  <a:lnTo>
                    <a:pt x="1130300" y="6355571"/>
                  </a:lnTo>
                  <a:lnTo>
                    <a:pt x="1111250" y="6375412"/>
                  </a:lnTo>
                  <a:lnTo>
                    <a:pt x="1089025" y="6392871"/>
                  </a:lnTo>
                  <a:lnTo>
                    <a:pt x="1064419" y="6408745"/>
                  </a:lnTo>
                  <a:lnTo>
                    <a:pt x="1040606" y="6423029"/>
                  </a:lnTo>
                  <a:lnTo>
                    <a:pt x="1014413" y="6434141"/>
                  </a:lnTo>
                  <a:lnTo>
                    <a:pt x="1000125" y="6439696"/>
                  </a:lnTo>
                  <a:lnTo>
                    <a:pt x="986631" y="6444457"/>
                  </a:lnTo>
                  <a:lnTo>
                    <a:pt x="972344" y="6447632"/>
                  </a:lnTo>
                  <a:lnTo>
                    <a:pt x="958056" y="6450807"/>
                  </a:lnTo>
                  <a:lnTo>
                    <a:pt x="943769" y="6453187"/>
                  </a:lnTo>
                  <a:lnTo>
                    <a:pt x="928688" y="6455569"/>
                  </a:lnTo>
                  <a:lnTo>
                    <a:pt x="914400" y="6456362"/>
                  </a:lnTo>
                  <a:lnTo>
                    <a:pt x="898525" y="6456362"/>
                  </a:lnTo>
                  <a:lnTo>
                    <a:pt x="881063" y="6455569"/>
                  </a:lnTo>
                  <a:lnTo>
                    <a:pt x="864394" y="6453981"/>
                  </a:lnTo>
                  <a:lnTo>
                    <a:pt x="848519" y="6451600"/>
                  </a:lnTo>
                  <a:lnTo>
                    <a:pt x="831850" y="6450013"/>
                  </a:lnTo>
                  <a:lnTo>
                    <a:pt x="816769" y="6445251"/>
                  </a:lnTo>
                  <a:lnTo>
                    <a:pt x="800894" y="6441283"/>
                  </a:lnTo>
                  <a:lnTo>
                    <a:pt x="785813" y="6435727"/>
                  </a:lnTo>
                  <a:lnTo>
                    <a:pt x="769938" y="6428585"/>
                  </a:lnTo>
                  <a:lnTo>
                    <a:pt x="755650" y="6422236"/>
                  </a:lnTo>
                  <a:lnTo>
                    <a:pt x="741363" y="6414299"/>
                  </a:lnTo>
                  <a:lnTo>
                    <a:pt x="728663" y="6407157"/>
                  </a:lnTo>
                  <a:lnTo>
                    <a:pt x="715169" y="6398427"/>
                  </a:lnTo>
                  <a:lnTo>
                    <a:pt x="702469" y="6388110"/>
                  </a:lnTo>
                  <a:lnTo>
                    <a:pt x="689769" y="6378587"/>
                  </a:lnTo>
                  <a:lnTo>
                    <a:pt x="679450" y="6367475"/>
                  </a:lnTo>
                  <a:lnTo>
                    <a:pt x="668338" y="6356365"/>
                  </a:lnTo>
                  <a:lnTo>
                    <a:pt x="657225" y="6344461"/>
                  </a:lnTo>
                  <a:lnTo>
                    <a:pt x="646906" y="6332556"/>
                  </a:lnTo>
                  <a:lnTo>
                    <a:pt x="638175" y="6319065"/>
                  </a:lnTo>
                  <a:lnTo>
                    <a:pt x="629444" y="6305573"/>
                  </a:lnTo>
                  <a:lnTo>
                    <a:pt x="622300" y="6292875"/>
                  </a:lnTo>
                  <a:lnTo>
                    <a:pt x="614363" y="6278589"/>
                  </a:lnTo>
                  <a:lnTo>
                    <a:pt x="608012" y="6264304"/>
                  </a:lnTo>
                  <a:lnTo>
                    <a:pt x="600869" y="6248431"/>
                  </a:lnTo>
                  <a:lnTo>
                    <a:pt x="596900" y="6234146"/>
                  </a:lnTo>
                  <a:lnTo>
                    <a:pt x="592137" y="6218273"/>
                  </a:lnTo>
                  <a:lnTo>
                    <a:pt x="588169" y="6202401"/>
                  </a:lnTo>
                  <a:lnTo>
                    <a:pt x="585788" y="6185735"/>
                  </a:lnTo>
                  <a:lnTo>
                    <a:pt x="583406" y="6169862"/>
                  </a:lnTo>
                  <a:lnTo>
                    <a:pt x="582613" y="6153196"/>
                  </a:lnTo>
                  <a:lnTo>
                    <a:pt x="582613" y="6136530"/>
                  </a:lnTo>
                  <a:lnTo>
                    <a:pt x="582613" y="6119070"/>
                  </a:lnTo>
                  <a:lnTo>
                    <a:pt x="746125" y="3549302"/>
                  </a:lnTo>
                  <a:lnTo>
                    <a:pt x="749300" y="3496129"/>
                  </a:lnTo>
                  <a:lnTo>
                    <a:pt x="750888" y="3440575"/>
                  </a:lnTo>
                  <a:lnTo>
                    <a:pt x="750888" y="3387402"/>
                  </a:lnTo>
                  <a:lnTo>
                    <a:pt x="749300" y="3331848"/>
                  </a:lnTo>
                  <a:lnTo>
                    <a:pt x="723900" y="2545363"/>
                  </a:lnTo>
                  <a:lnTo>
                    <a:pt x="500063" y="3781835"/>
                  </a:lnTo>
                  <a:lnTo>
                    <a:pt x="496888" y="3794533"/>
                  </a:lnTo>
                  <a:lnTo>
                    <a:pt x="493713" y="3808025"/>
                  </a:lnTo>
                  <a:lnTo>
                    <a:pt x="488950" y="3820723"/>
                  </a:lnTo>
                  <a:lnTo>
                    <a:pt x="484188" y="3833421"/>
                  </a:lnTo>
                  <a:lnTo>
                    <a:pt x="479425" y="3845326"/>
                  </a:lnTo>
                  <a:lnTo>
                    <a:pt x="473869" y="3857230"/>
                  </a:lnTo>
                  <a:lnTo>
                    <a:pt x="466725" y="3868341"/>
                  </a:lnTo>
                  <a:lnTo>
                    <a:pt x="459581" y="3879452"/>
                  </a:lnTo>
                  <a:lnTo>
                    <a:pt x="451644" y="3888975"/>
                  </a:lnTo>
                  <a:lnTo>
                    <a:pt x="443706" y="3900086"/>
                  </a:lnTo>
                  <a:lnTo>
                    <a:pt x="426244" y="3917546"/>
                  </a:lnTo>
                  <a:lnTo>
                    <a:pt x="406400" y="3935006"/>
                  </a:lnTo>
                  <a:lnTo>
                    <a:pt x="385763" y="3949291"/>
                  </a:lnTo>
                  <a:lnTo>
                    <a:pt x="363538" y="3961989"/>
                  </a:lnTo>
                  <a:lnTo>
                    <a:pt x="340519" y="3972306"/>
                  </a:lnTo>
                  <a:lnTo>
                    <a:pt x="315119" y="3980242"/>
                  </a:lnTo>
                  <a:lnTo>
                    <a:pt x="303213" y="3982623"/>
                  </a:lnTo>
                  <a:lnTo>
                    <a:pt x="289719" y="3985004"/>
                  </a:lnTo>
                  <a:lnTo>
                    <a:pt x="277812" y="3986591"/>
                  </a:lnTo>
                  <a:lnTo>
                    <a:pt x="265112" y="3988179"/>
                  </a:lnTo>
                  <a:lnTo>
                    <a:pt x="251619" y="3988179"/>
                  </a:lnTo>
                  <a:lnTo>
                    <a:pt x="238125" y="3988179"/>
                  </a:lnTo>
                  <a:lnTo>
                    <a:pt x="225425" y="3986591"/>
                  </a:lnTo>
                  <a:lnTo>
                    <a:pt x="211931" y="3985004"/>
                  </a:lnTo>
                  <a:lnTo>
                    <a:pt x="197644" y="3982623"/>
                  </a:lnTo>
                  <a:lnTo>
                    <a:pt x="184944" y="3979449"/>
                  </a:lnTo>
                  <a:lnTo>
                    <a:pt x="162719" y="3971512"/>
                  </a:lnTo>
                  <a:lnTo>
                    <a:pt x="140494" y="3961989"/>
                  </a:lnTo>
                  <a:lnTo>
                    <a:pt x="120650" y="3950878"/>
                  </a:lnTo>
                  <a:lnTo>
                    <a:pt x="100806" y="3938180"/>
                  </a:lnTo>
                  <a:lnTo>
                    <a:pt x="83344" y="3923101"/>
                  </a:lnTo>
                  <a:lnTo>
                    <a:pt x="68262" y="3908022"/>
                  </a:lnTo>
                  <a:lnTo>
                    <a:pt x="52387" y="3890562"/>
                  </a:lnTo>
                  <a:lnTo>
                    <a:pt x="39687" y="3872309"/>
                  </a:lnTo>
                  <a:lnTo>
                    <a:pt x="28575" y="3853262"/>
                  </a:lnTo>
                  <a:lnTo>
                    <a:pt x="19050" y="3831834"/>
                  </a:lnTo>
                  <a:lnTo>
                    <a:pt x="11112" y="3811200"/>
                  </a:lnTo>
                  <a:lnTo>
                    <a:pt x="5556" y="3788978"/>
                  </a:lnTo>
                  <a:lnTo>
                    <a:pt x="2381" y="3765963"/>
                  </a:lnTo>
                  <a:lnTo>
                    <a:pt x="0" y="3742948"/>
                  </a:lnTo>
                  <a:lnTo>
                    <a:pt x="794" y="3719932"/>
                  </a:lnTo>
                  <a:lnTo>
                    <a:pt x="3175" y="3696123"/>
                  </a:lnTo>
                  <a:lnTo>
                    <a:pt x="304006" y="1830304"/>
                  </a:lnTo>
                  <a:lnTo>
                    <a:pt x="308769" y="1807289"/>
                  </a:lnTo>
                  <a:lnTo>
                    <a:pt x="313531" y="1785861"/>
                  </a:lnTo>
                  <a:lnTo>
                    <a:pt x="318294" y="1764433"/>
                  </a:lnTo>
                  <a:lnTo>
                    <a:pt x="325437" y="1743005"/>
                  </a:lnTo>
                  <a:lnTo>
                    <a:pt x="332581" y="1721577"/>
                  </a:lnTo>
                  <a:lnTo>
                    <a:pt x="340519" y="1700942"/>
                  </a:lnTo>
                  <a:lnTo>
                    <a:pt x="349250" y="1681102"/>
                  </a:lnTo>
                  <a:lnTo>
                    <a:pt x="359569" y="1661261"/>
                  </a:lnTo>
                  <a:lnTo>
                    <a:pt x="369094" y="1641420"/>
                  </a:lnTo>
                  <a:lnTo>
                    <a:pt x="380206" y="1623167"/>
                  </a:lnTo>
                  <a:lnTo>
                    <a:pt x="391319" y="1604120"/>
                  </a:lnTo>
                  <a:lnTo>
                    <a:pt x="403225" y="1585866"/>
                  </a:lnTo>
                  <a:lnTo>
                    <a:pt x="416719" y="1567613"/>
                  </a:lnTo>
                  <a:lnTo>
                    <a:pt x="429419" y="1551740"/>
                  </a:lnTo>
                  <a:lnTo>
                    <a:pt x="443706" y="1535074"/>
                  </a:lnTo>
                  <a:lnTo>
                    <a:pt x="459581" y="1518408"/>
                  </a:lnTo>
                  <a:lnTo>
                    <a:pt x="474663" y="1503329"/>
                  </a:lnTo>
                  <a:lnTo>
                    <a:pt x="489744" y="1487457"/>
                  </a:lnTo>
                  <a:lnTo>
                    <a:pt x="506413" y="1473171"/>
                  </a:lnTo>
                  <a:lnTo>
                    <a:pt x="523081" y="1460473"/>
                  </a:lnTo>
                  <a:lnTo>
                    <a:pt x="540544" y="1446981"/>
                  </a:lnTo>
                  <a:lnTo>
                    <a:pt x="558006" y="1435077"/>
                  </a:lnTo>
                  <a:lnTo>
                    <a:pt x="577056" y="1423173"/>
                  </a:lnTo>
                  <a:lnTo>
                    <a:pt x="595313" y="1412062"/>
                  </a:lnTo>
                  <a:lnTo>
                    <a:pt x="615156" y="1400951"/>
                  </a:lnTo>
                  <a:lnTo>
                    <a:pt x="635000" y="1391428"/>
                  </a:lnTo>
                  <a:lnTo>
                    <a:pt x="654844" y="1382698"/>
                  </a:lnTo>
                  <a:lnTo>
                    <a:pt x="675481" y="1373174"/>
                  </a:lnTo>
                  <a:lnTo>
                    <a:pt x="696913" y="1366825"/>
                  </a:lnTo>
                  <a:lnTo>
                    <a:pt x="718344" y="1358889"/>
                  </a:lnTo>
                  <a:lnTo>
                    <a:pt x="740569" y="1354127"/>
                  </a:lnTo>
                  <a:lnTo>
                    <a:pt x="762794" y="1348572"/>
                  </a:lnTo>
                  <a:close/>
                  <a:moveTo>
                    <a:pt x="1457276" y="0"/>
                  </a:moveTo>
                  <a:cubicBezTo>
                    <a:pt x="1769427" y="0"/>
                    <a:pt x="2022476" y="253049"/>
                    <a:pt x="2022476" y="565200"/>
                  </a:cubicBezTo>
                  <a:cubicBezTo>
                    <a:pt x="2022476" y="877351"/>
                    <a:pt x="1769427" y="1130400"/>
                    <a:pt x="1457276" y="1130400"/>
                  </a:cubicBezTo>
                  <a:cubicBezTo>
                    <a:pt x="1145125" y="1130400"/>
                    <a:pt x="892076" y="877351"/>
                    <a:pt x="892076" y="565200"/>
                  </a:cubicBezTo>
                  <a:cubicBezTo>
                    <a:pt x="892076" y="253049"/>
                    <a:pt x="1145125" y="0"/>
                    <a:pt x="14572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任意多边形 9"/>
            <p:cNvSpPr/>
            <p:nvPr/>
          </p:nvSpPr>
          <p:spPr>
            <a:xfrm>
              <a:off x="12316201" y="3128963"/>
              <a:ext cx="2332038" cy="6456362"/>
            </a:xfrm>
            <a:custGeom>
              <a:avLst/>
              <a:gdLst>
                <a:gd name="connsiteX0" fmla="*/ 461806 w 2332038"/>
                <a:gd name="connsiteY0" fmla="*/ 1287462 h 6456362"/>
                <a:gd name="connsiteX1" fmla="*/ 677632 w 2332038"/>
                <a:gd name="connsiteY1" fmla="*/ 2108074 h 6456362"/>
                <a:gd name="connsiteX2" fmla="*/ 794274 w 2332038"/>
                <a:gd name="connsiteY2" fmla="*/ 1538249 h 6456362"/>
                <a:gd name="connsiteX3" fmla="*/ 680013 w 2332038"/>
                <a:gd name="connsiteY3" fmla="*/ 1424760 h 6456362"/>
                <a:gd name="connsiteX4" fmla="*/ 808556 w 2332038"/>
                <a:gd name="connsiteY4" fmla="*/ 1296986 h 6456362"/>
                <a:gd name="connsiteX5" fmla="*/ 875209 w 2332038"/>
                <a:gd name="connsiteY5" fmla="*/ 1296986 h 6456362"/>
                <a:gd name="connsiteX6" fmla="*/ 941861 w 2332038"/>
                <a:gd name="connsiteY6" fmla="*/ 1296986 h 6456362"/>
                <a:gd name="connsiteX7" fmla="*/ 1069611 w 2332038"/>
                <a:gd name="connsiteY7" fmla="*/ 1424760 h 6456362"/>
                <a:gd name="connsiteX8" fmla="*/ 956144 w 2332038"/>
                <a:gd name="connsiteY8" fmla="*/ 1538249 h 6456362"/>
                <a:gd name="connsiteX9" fmla="*/ 1072785 w 2332038"/>
                <a:gd name="connsiteY9" fmla="*/ 2108074 h 6456362"/>
                <a:gd name="connsiteX10" fmla="*/ 1287818 w 2332038"/>
                <a:gd name="connsiteY10" fmla="*/ 1287462 h 6456362"/>
                <a:gd name="connsiteX11" fmla="*/ 1570297 w 2332038"/>
                <a:gd name="connsiteY11" fmla="*/ 1348572 h 6456362"/>
                <a:gd name="connsiteX12" fmla="*/ 1592515 w 2332038"/>
                <a:gd name="connsiteY12" fmla="*/ 1354127 h 6456362"/>
                <a:gd name="connsiteX13" fmla="*/ 1614732 w 2332038"/>
                <a:gd name="connsiteY13" fmla="*/ 1358889 h 6456362"/>
                <a:gd name="connsiteX14" fmla="*/ 1635363 w 2332038"/>
                <a:gd name="connsiteY14" fmla="*/ 1366825 h 6456362"/>
                <a:gd name="connsiteX15" fmla="*/ 1657580 w 2332038"/>
                <a:gd name="connsiteY15" fmla="*/ 1373174 h 6456362"/>
                <a:gd name="connsiteX16" fmla="*/ 1677417 w 2332038"/>
                <a:gd name="connsiteY16" fmla="*/ 1382698 h 6456362"/>
                <a:gd name="connsiteX17" fmla="*/ 1698048 w 2332038"/>
                <a:gd name="connsiteY17" fmla="*/ 1391428 h 6456362"/>
                <a:gd name="connsiteX18" fmla="*/ 1717885 w 2332038"/>
                <a:gd name="connsiteY18" fmla="*/ 1400951 h 6456362"/>
                <a:gd name="connsiteX19" fmla="*/ 1736135 w 2332038"/>
                <a:gd name="connsiteY19" fmla="*/ 1412062 h 6456362"/>
                <a:gd name="connsiteX20" fmla="*/ 1755178 w 2332038"/>
                <a:gd name="connsiteY20" fmla="*/ 1423173 h 6456362"/>
                <a:gd name="connsiteX21" fmla="*/ 1773428 w 2332038"/>
                <a:gd name="connsiteY21" fmla="*/ 1435077 h 6456362"/>
                <a:gd name="connsiteX22" fmla="*/ 1792472 w 2332038"/>
                <a:gd name="connsiteY22" fmla="*/ 1446981 h 6456362"/>
                <a:gd name="connsiteX23" fmla="*/ 1809135 w 2332038"/>
                <a:gd name="connsiteY23" fmla="*/ 1460473 h 6456362"/>
                <a:gd name="connsiteX24" fmla="*/ 1826591 w 2332038"/>
                <a:gd name="connsiteY24" fmla="*/ 1473171 h 6456362"/>
                <a:gd name="connsiteX25" fmla="*/ 1843254 w 2332038"/>
                <a:gd name="connsiteY25" fmla="*/ 1487457 h 6456362"/>
                <a:gd name="connsiteX26" fmla="*/ 1858331 w 2332038"/>
                <a:gd name="connsiteY26" fmla="*/ 1503329 h 6456362"/>
                <a:gd name="connsiteX27" fmla="*/ 1873407 w 2332038"/>
                <a:gd name="connsiteY27" fmla="*/ 1518408 h 6456362"/>
                <a:gd name="connsiteX28" fmla="*/ 1887689 w 2332038"/>
                <a:gd name="connsiteY28" fmla="*/ 1535074 h 6456362"/>
                <a:gd name="connsiteX29" fmla="*/ 1901972 w 2332038"/>
                <a:gd name="connsiteY29" fmla="*/ 1551740 h 6456362"/>
                <a:gd name="connsiteX30" fmla="*/ 1916255 w 2332038"/>
                <a:gd name="connsiteY30" fmla="*/ 1567613 h 6456362"/>
                <a:gd name="connsiteX31" fmla="*/ 1928950 w 2332038"/>
                <a:gd name="connsiteY31" fmla="*/ 1585866 h 6456362"/>
                <a:gd name="connsiteX32" fmla="*/ 1940853 w 2332038"/>
                <a:gd name="connsiteY32" fmla="*/ 1604120 h 6456362"/>
                <a:gd name="connsiteX33" fmla="*/ 1952755 w 2332038"/>
                <a:gd name="connsiteY33" fmla="*/ 1623167 h 6456362"/>
                <a:gd name="connsiteX34" fmla="*/ 1963863 w 2332038"/>
                <a:gd name="connsiteY34" fmla="*/ 1641420 h 6456362"/>
                <a:gd name="connsiteX35" fmla="*/ 1973385 w 2332038"/>
                <a:gd name="connsiteY35" fmla="*/ 1661261 h 6456362"/>
                <a:gd name="connsiteX36" fmla="*/ 1983700 w 2332038"/>
                <a:gd name="connsiteY36" fmla="*/ 1681102 h 6456362"/>
                <a:gd name="connsiteX37" fmla="*/ 1990842 w 2332038"/>
                <a:gd name="connsiteY37" fmla="*/ 1700942 h 6456362"/>
                <a:gd name="connsiteX38" fmla="*/ 2000364 w 2332038"/>
                <a:gd name="connsiteY38" fmla="*/ 1721577 h 6456362"/>
                <a:gd name="connsiteX39" fmla="*/ 2006711 w 2332038"/>
                <a:gd name="connsiteY39" fmla="*/ 1743005 h 6456362"/>
                <a:gd name="connsiteX40" fmla="*/ 2013059 w 2332038"/>
                <a:gd name="connsiteY40" fmla="*/ 1764433 h 6456362"/>
                <a:gd name="connsiteX41" fmla="*/ 2018614 w 2332038"/>
                <a:gd name="connsiteY41" fmla="*/ 1785861 h 6456362"/>
                <a:gd name="connsiteX42" fmla="*/ 2024168 w 2332038"/>
                <a:gd name="connsiteY42" fmla="*/ 1807289 h 6456362"/>
                <a:gd name="connsiteX43" fmla="*/ 2027342 w 2332038"/>
                <a:gd name="connsiteY43" fmla="*/ 1830304 h 6456362"/>
                <a:gd name="connsiteX44" fmla="*/ 2329658 w 2332038"/>
                <a:gd name="connsiteY44" fmla="*/ 3696123 h 6456362"/>
                <a:gd name="connsiteX45" fmla="*/ 2332038 w 2332038"/>
                <a:gd name="connsiteY45" fmla="*/ 3719932 h 6456362"/>
                <a:gd name="connsiteX46" fmla="*/ 2332038 w 2332038"/>
                <a:gd name="connsiteY46" fmla="*/ 3742948 h 6456362"/>
                <a:gd name="connsiteX47" fmla="*/ 2330451 w 2332038"/>
                <a:gd name="connsiteY47" fmla="*/ 3765963 h 6456362"/>
                <a:gd name="connsiteX48" fmla="*/ 2326484 w 2332038"/>
                <a:gd name="connsiteY48" fmla="*/ 3788978 h 6456362"/>
                <a:gd name="connsiteX49" fmla="*/ 2320929 w 2332038"/>
                <a:gd name="connsiteY49" fmla="*/ 3811200 h 6456362"/>
                <a:gd name="connsiteX50" fmla="*/ 2312995 w 2332038"/>
                <a:gd name="connsiteY50" fmla="*/ 3831834 h 6456362"/>
                <a:gd name="connsiteX51" fmla="*/ 2304266 w 2332038"/>
                <a:gd name="connsiteY51" fmla="*/ 3853262 h 6456362"/>
                <a:gd name="connsiteX52" fmla="*/ 2292364 w 2332038"/>
                <a:gd name="connsiteY52" fmla="*/ 3872309 h 6456362"/>
                <a:gd name="connsiteX53" fmla="*/ 2278875 w 2332038"/>
                <a:gd name="connsiteY53" fmla="*/ 3890562 h 6456362"/>
                <a:gd name="connsiteX54" fmla="*/ 2264592 w 2332038"/>
                <a:gd name="connsiteY54" fmla="*/ 3908022 h 6456362"/>
                <a:gd name="connsiteX55" fmla="*/ 2247929 w 2332038"/>
                <a:gd name="connsiteY55" fmla="*/ 3923101 h 6456362"/>
                <a:gd name="connsiteX56" fmla="*/ 2230473 w 2332038"/>
                <a:gd name="connsiteY56" fmla="*/ 3938180 h 6456362"/>
                <a:gd name="connsiteX57" fmla="*/ 2212223 w 2332038"/>
                <a:gd name="connsiteY57" fmla="*/ 3950878 h 6456362"/>
                <a:gd name="connsiteX58" fmla="*/ 2192386 w 2332038"/>
                <a:gd name="connsiteY58" fmla="*/ 3961989 h 6456362"/>
                <a:gd name="connsiteX59" fmla="*/ 2170168 w 2332038"/>
                <a:gd name="connsiteY59" fmla="*/ 3971512 h 6456362"/>
                <a:gd name="connsiteX60" fmla="*/ 2147157 w 2332038"/>
                <a:gd name="connsiteY60" fmla="*/ 3979449 h 6456362"/>
                <a:gd name="connsiteX61" fmla="*/ 2133668 w 2332038"/>
                <a:gd name="connsiteY61" fmla="*/ 3982623 h 6456362"/>
                <a:gd name="connsiteX62" fmla="*/ 2120972 w 2332038"/>
                <a:gd name="connsiteY62" fmla="*/ 3985004 h 6456362"/>
                <a:gd name="connsiteX63" fmla="*/ 2107483 w 2332038"/>
                <a:gd name="connsiteY63" fmla="*/ 3986591 h 6456362"/>
                <a:gd name="connsiteX64" fmla="*/ 2094788 w 2332038"/>
                <a:gd name="connsiteY64" fmla="*/ 3988179 h 6456362"/>
                <a:gd name="connsiteX65" fmla="*/ 2081298 w 2332038"/>
                <a:gd name="connsiteY65" fmla="*/ 3988179 h 6456362"/>
                <a:gd name="connsiteX66" fmla="*/ 2067809 w 2332038"/>
                <a:gd name="connsiteY66" fmla="*/ 3988179 h 6456362"/>
                <a:gd name="connsiteX67" fmla="*/ 2055114 w 2332038"/>
                <a:gd name="connsiteY67" fmla="*/ 3986591 h 6456362"/>
                <a:gd name="connsiteX68" fmla="*/ 2041624 w 2332038"/>
                <a:gd name="connsiteY68" fmla="*/ 3985004 h 6456362"/>
                <a:gd name="connsiteX69" fmla="*/ 2029722 w 2332038"/>
                <a:gd name="connsiteY69" fmla="*/ 3982623 h 6456362"/>
                <a:gd name="connsiteX70" fmla="*/ 2016233 w 2332038"/>
                <a:gd name="connsiteY70" fmla="*/ 3980242 h 6456362"/>
                <a:gd name="connsiteX71" fmla="*/ 1992429 w 2332038"/>
                <a:gd name="connsiteY71" fmla="*/ 3972306 h 6456362"/>
                <a:gd name="connsiteX72" fmla="*/ 1969418 w 2332038"/>
                <a:gd name="connsiteY72" fmla="*/ 3961989 h 6456362"/>
                <a:gd name="connsiteX73" fmla="*/ 1946407 w 2332038"/>
                <a:gd name="connsiteY73" fmla="*/ 3949291 h 6456362"/>
                <a:gd name="connsiteX74" fmla="*/ 1924983 w 2332038"/>
                <a:gd name="connsiteY74" fmla="*/ 3935006 h 6456362"/>
                <a:gd name="connsiteX75" fmla="*/ 1906733 w 2332038"/>
                <a:gd name="connsiteY75" fmla="*/ 3917546 h 6456362"/>
                <a:gd name="connsiteX76" fmla="*/ 1889276 w 2332038"/>
                <a:gd name="connsiteY76" fmla="*/ 3900086 h 6456362"/>
                <a:gd name="connsiteX77" fmla="*/ 1880548 w 2332038"/>
                <a:gd name="connsiteY77" fmla="*/ 3888975 h 6456362"/>
                <a:gd name="connsiteX78" fmla="*/ 1872613 w 2332038"/>
                <a:gd name="connsiteY78" fmla="*/ 3879452 h 6456362"/>
                <a:gd name="connsiteX79" fmla="*/ 1866265 w 2332038"/>
                <a:gd name="connsiteY79" fmla="*/ 3868341 h 6456362"/>
                <a:gd name="connsiteX80" fmla="*/ 1859124 w 2332038"/>
                <a:gd name="connsiteY80" fmla="*/ 3857230 h 6456362"/>
                <a:gd name="connsiteX81" fmla="*/ 1853570 w 2332038"/>
                <a:gd name="connsiteY81" fmla="*/ 3845326 h 6456362"/>
                <a:gd name="connsiteX82" fmla="*/ 1848809 w 2332038"/>
                <a:gd name="connsiteY82" fmla="*/ 3833421 h 6456362"/>
                <a:gd name="connsiteX83" fmla="*/ 1843254 w 2332038"/>
                <a:gd name="connsiteY83" fmla="*/ 3820723 h 6456362"/>
                <a:gd name="connsiteX84" fmla="*/ 1838494 w 2332038"/>
                <a:gd name="connsiteY84" fmla="*/ 3808025 h 6456362"/>
                <a:gd name="connsiteX85" fmla="*/ 1835320 w 2332038"/>
                <a:gd name="connsiteY85" fmla="*/ 3794533 h 6456362"/>
                <a:gd name="connsiteX86" fmla="*/ 1832939 w 2332038"/>
                <a:gd name="connsiteY86" fmla="*/ 3781835 h 6456362"/>
                <a:gd name="connsiteX87" fmla="*/ 1609178 w 2332038"/>
                <a:gd name="connsiteY87" fmla="*/ 2545363 h 6456362"/>
                <a:gd name="connsiteX88" fmla="*/ 1582199 w 2332038"/>
                <a:gd name="connsiteY88" fmla="*/ 3331848 h 6456362"/>
                <a:gd name="connsiteX89" fmla="*/ 1581406 w 2332038"/>
                <a:gd name="connsiteY89" fmla="*/ 3387402 h 6456362"/>
                <a:gd name="connsiteX90" fmla="*/ 1581406 w 2332038"/>
                <a:gd name="connsiteY90" fmla="*/ 3440575 h 6456362"/>
                <a:gd name="connsiteX91" fmla="*/ 1583786 w 2332038"/>
                <a:gd name="connsiteY91" fmla="*/ 3496129 h 6456362"/>
                <a:gd name="connsiteX92" fmla="*/ 1586167 w 2332038"/>
                <a:gd name="connsiteY92" fmla="*/ 3549302 h 6456362"/>
                <a:gd name="connsiteX93" fmla="*/ 1749624 w 2332038"/>
                <a:gd name="connsiteY93" fmla="*/ 6119070 h 6456362"/>
                <a:gd name="connsiteX94" fmla="*/ 1750417 w 2332038"/>
                <a:gd name="connsiteY94" fmla="*/ 6136530 h 6456362"/>
                <a:gd name="connsiteX95" fmla="*/ 1750417 w 2332038"/>
                <a:gd name="connsiteY95" fmla="*/ 6153196 h 6456362"/>
                <a:gd name="connsiteX96" fmla="*/ 1749624 w 2332038"/>
                <a:gd name="connsiteY96" fmla="*/ 6169862 h 6456362"/>
                <a:gd name="connsiteX97" fmla="*/ 1747243 w 2332038"/>
                <a:gd name="connsiteY97" fmla="*/ 6185735 h 6456362"/>
                <a:gd name="connsiteX98" fmla="*/ 1744069 w 2332038"/>
                <a:gd name="connsiteY98" fmla="*/ 6202401 h 6456362"/>
                <a:gd name="connsiteX99" fmla="*/ 1740896 w 2332038"/>
                <a:gd name="connsiteY99" fmla="*/ 6218273 h 6456362"/>
                <a:gd name="connsiteX100" fmla="*/ 1736135 w 2332038"/>
                <a:gd name="connsiteY100" fmla="*/ 6234146 h 6456362"/>
                <a:gd name="connsiteX101" fmla="*/ 1730580 w 2332038"/>
                <a:gd name="connsiteY101" fmla="*/ 6248431 h 6456362"/>
                <a:gd name="connsiteX102" fmla="*/ 1725026 w 2332038"/>
                <a:gd name="connsiteY102" fmla="*/ 6264304 h 6456362"/>
                <a:gd name="connsiteX103" fmla="*/ 1718678 w 2332038"/>
                <a:gd name="connsiteY103" fmla="*/ 6278589 h 6456362"/>
                <a:gd name="connsiteX104" fmla="*/ 1710743 w 2332038"/>
                <a:gd name="connsiteY104" fmla="*/ 6292875 h 6456362"/>
                <a:gd name="connsiteX105" fmla="*/ 1703602 w 2332038"/>
                <a:gd name="connsiteY105" fmla="*/ 6305573 h 6456362"/>
                <a:gd name="connsiteX106" fmla="*/ 1694874 w 2332038"/>
                <a:gd name="connsiteY106" fmla="*/ 6319065 h 6456362"/>
                <a:gd name="connsiteX107" fmla="*/ 1686145 w 2332038"/>
                <a:gd name="connsiteY107" fmla="*/ 6332556 h 6456362"/>
                <a:gd name="connsiteX108" fmla="*/ 1675037 w 2332038"/>
                <a:gd name="connsiteY108" fmla="*/ 6344461 h 6456362"/>
                <a:gd name="connsiteX109" fmla="*/ 1664721 w 2332038"/>
                <a:gd name="connsiteY109" fmla="*/ 6356365 h 6456362"/>
                <a:gd name="connsiteX110" fmla="*/ 1653613 w 2332038"/>
                <a:gd name="connsiteY110" fmla="*/ 6367475 h 6456362"/>
                <a:gd name="connsiteX111" fmla="*/ 1641711 w 2332038"/>
                <a:gd name="connsiteY111" fmla="*/ 6378587 h 6456362"/>
                <a:gd name="connsiteX112" fmla="*/ 1629808 w 2332038"/>
                <a:gd name="connsiteY112" fmla="*/ 6388110 h 6456362"/>
                <a:gd name="connsiteX113" fmla="*/ 1617906 w 2332038"/>
                <a:gd name="connsiteY113" fmla="*/ 6398427 h 6456362"/>
                <a:gd name="connsiteX114" fmla="*/ 1604417 w 2332038"/>
                <a:gd name="connsiteY114" fmla="*/ 6407157 h 6456362"/>
                <a:gd name="connsiteX115" fmla="*/ 1590134 w 2332038"/>
                <a:gd name="connsiteY115" fmla="*/ 6414299 h 6456362"/>
                <a:gd name="connsiteX116" fmla="*/ 1577439 w 2332038"/>
                <a:gd name="connsiteY116" fmla="*/ 6422236 h 6456362"/>
                <a:gd name="connsiteX117" fmla="*/ 1561569 w 2332038"/>
                <a:gd name="connsiteY117" fmla="*/ 6428585 h 6456362"/>
                <a:gd name="connsiteX118" fmla="*/ 1547286 w 2332038"/>
                <a:gd name="connsiteY118" fmla="*/ 6435727 h 6456362"/>
                <a:gd name="connsiteX119" fmla="*/ 1532210 w 2332038"/>
                <a:gd name="connsiteY119" fmla="*/ 6441283 h 6456362"/>
                <a:gd name="connsiteX120" fmla="*/ 1516341 w 2332038"/>
                <a:gd name="connsiteY120" fmla="*/ 6445251 h 6456362"/>
                <a:gd name="connsiteX121" fmla="*/ 1500471 w 2332038"/>
                <a:gd name="connsiteY121" fmla="*/ 6450013 h 6456362"/>
                <a:gd name="connsiteX122" fmla="*/ 1484601 w 2332038"/>
                <a:gd name="connsiteY122" fmla="*/ 6451600 h 6456362"/>
                <a:gd name="connsiteX123" fmla="*/ 1468732 w 2332038"/>
                <a:gd name="connsiteY123" fmla="*/ 6453981 h 6456362"/>
                <a:gd name="connsiteX124" fmla="*/ 1450482 w 2332038"/>
                <a:gd name="connsiteY124" fmla="*/ 6455569 h 6456362"/>
                <a:gd name="connsiteX125" fmla="*/ 1434612 w 2332038"/>
                <a:gd name="connsiteY125" fmla="*/ 6456362 h 6456362"/>
                <a:gd name="connsiteX126" fmla="*/ 1418743 w 2332038"/>
                <a:gd name="connsiteY126" fmla="*/ 6456362 h 6456362"/>
                <a:gd name="connsiteX127" fmla="*/ 1403666 w 2332038"/>
                <a:gd name="connsiteY127" fmla="*/ 6455569 h 6456362"/>
                <a:gd name="connsiteX128" fmla="*/ 1389384 w 2332038"/>
                <a:gd name="connsiteY128" fmla="*/ 6453187 h 6456362"/>
                <a:gd name="connsiteX129" fmla="*/ 1375101 w 2332038"/>
                <a:gd name="connsiteY129" fmla="*/ 6450807 h 6456362"/>
                <a:gd name="connsiteX130" fmla="*/ 1360819 w 2332038"/>
                <a:gd name="connsiteY130" fmla="*/ 6447632 h 6456362"/>
                <a:gd name="connsiteX131" fmla="*/ 1346536 w 2332038"/>
                <a:gd name="connsiteY131" fmla="*/ 6444457 h 6456362"/>
                <a:gd name="connsiteX132" fmla="*/ 1332253 w 2332038"/>
                <a:gd name="connsiteY132" fmla="*/ 6439696 h 6456362"/>
                <a:gd name="connsiteX133" fmla="*/ 1318764 w 2332038"/>
                <a:gd name="connsiteY133" fmla="*/ 6434141 h 6456362"/>
                <a:gd name="connsiteX134" fmla="*/ 1292579 w 2332038"/>
                <a:gd name="connsiteY134" fmla="*/ 6423029 h 6456362"/>
                <a:gd name="connsiteX135" fmla="*/ 1267188 w 2332038"/>
                <a:gd name="connsiteY135" fmla="*/ 6408745 h 6456362"/>
                <a:gd name="connsiteX136" fmla="*/ 1244177 w 2332038"/>
                <a:gd name="connsiteY136" fmla="*/ 6392871 h 6456362"/>
                <a:gd name="connsiteX137" fmla="*/ 1221960 w 2332038"/>
                <a:gd name="connsiteY137" fmla="*/ 6375412 h 6456362"/>
                <a:gd name="connsiteX138" fmla="*/ 1201329 w 2332038"/>
                <a:gd name="connsiteY138" fmla="*/ 6355571 h 6456362"/>
                <a:gd name="connsiteX139" fmla="*/ 1183872 w 2332038"/>
                <a:gd name="connsiteY139" fmla="*/ 6333349 h 6456362"/>
                <a:gd name="connsiteX140" fmla="*/ 1167209 w 2332038"/>
                <a:gd name="connsiteY140" fmla="*/ 6309541 h 6456362"/>
                <a:gd name="connsiteX141" fmla="*/ 1152927 w 2332038"/>
                <a:gd name="connsiteY141" fmla="*/ 6284939 h 6456362"/>
                <a:gd name="connsiteX142" fmla="*/ 1146579 w 2332038"/>
                <a:gd name="connsiteY142" fmla="*/ 6271447 h 6456362"/>
                <a:gd name="connsiteX143" fmla="*/ 1141025 w 2332038"/>
                <a:gd name="connsiteY143" fmla="*/ 6258749 h 6456362"/>
                <a:gd name="connsiteX144" fmla="*/ 1135470 w 2332038"/>
                <a:gd name="connsiteY144" fmla="*/ 6244463 h 6456362"/>
                <a:gd name="connsiteX145" fmla="*/ 1131503 w 2332038"/>
                <a:gd name="connsiteY145" fmla="*/ 6230971 h 6456362"/>
                <a:gd name="connsiteX146" fmla="*/ 1126742 w 2332038"/>
                <a:gd name="connsiteY146" fmla="*/ 6216687 h 6456362"/>
                <a:gd name="connsiteX147" fmla="*/ 1123568 w 2332038"/>
                <a:gd name="connsiteY147" fmla="*/ 6202401 h 6456362"/>
                <a:gd name="connsiteX148" fmla="*/ 1121188 w 2332038"/>
                <a:gd name="connsiteY148" fmla="*/ 6187322 h 6456362"/>
                <a:gd name="connsiteX149" fmla="*/ 1118807 w 2332038"/>
                <a:gd name="connsiteY149" fmla="*/ 6171449 h 6456362"/>
                <a:gd name="connsiteX150" fmla="*/ 875209 w 2332038"/>
                <a:gd name="connsiteY150" fmla="*/ 3814374 h 6456362"/>
                <a:gd name="connsiteX151" fmla="*/ 631610 w 2332038"/>
                <a:gd name="connsiteY151" fmla="*/ 6171449 h 6456362"/>
                <a:gd name="connsiteX152" fmla="*/ 629230 w 2332038"/>
                <a:gd name="connsiteY152" fmla="*/ 6187322 h 6456362"/>
                <a:gd name="connsiteX153" fmla="*/ 626849 w 2332038"/>
                <a:gd name="connsiteY153" fmla="*/ 6202401 h 6456362"/>
                <a:gd name="connsiteX154" fmla="*/ 623676 w 2332038"/>
                <a:gd name="connsiteY154" fmla="*/ 6216687 h 6456362"/>
                <a:gd name="connsiteX155" fmla="*/ 618915 w 2332038"/>
                <a:gd name="connsiteY155" fmla="*/ 6230971 h 6456362"/>
                <a:gd name="connsiteX156" fmla="*/ 614947 w 2332038"/>
                <a:gd name="connsiteY156" fmla="*/ 6244463 h 6456362"/>
                <a:gd name="connsiteX157" fmla="*/ 609393 w 2332038"/>
                <a:gd name="connsiteY157" fmla="*/ 6258749 h 6456362"/>
                <a:gd name="connsiteX158" fmla="*/ 603839 w 2332038"/>
                <a:gd name="connsiteY158" fmla="*/ 6271447 h 6456362"/>
                <a:gd name="connsiteX159" fmla="*/ 597491 w 2332038"/>
                <a:gd name="connsiteY159" fmla="*/ 6284939 h 6456362"/>
                <a:gd name="connsiteX160" fmla="*/ 583208 w 2332038"/>
                <a:gd name="connsiteY160" fmla="*/ 6309541 h 6456362"/>
                <a:gd name="connsiteX161" fmla="*/ 566545 w 2332038"/>
                <a:gd name="connsiteY161" fmla="*/ 6333349 h 6456362"/>
                <a:gd name="connsiteX162" fmla="*/ 549088 w 2332038"/>
                <a:gd name="connsiteY162" fmla="*/ 6355571 h 6456362"/>
                <a:gd name="connsiteX163" fmla="*/ 528458 w 2332038"/>
                <a:gd name="connsiteY163" fmla="*/ 6375412 h 6456362"/>
                <a:gd name="connsiteX164" fmla="*/ 506241 w 2332038"/>
                <a:gd name="connsiteY164" fmla="*/ 6392871 h 6456362"/>
                <a:gd name="connsiteX165" fmla="*/ 483230 w 2332038"/>
                <a:gd name="connsiteY165" fmla="*/ 6408745 h 6456362"/>
                <a:gd name="connsiteX166" fmla="*/ 457838 w 2332038"/>
                <a:gd name="connsiteY166" fmla="*/ 6423029 h 6456362"/>
                <a:gd name="connsiteX167" fmla="*/ 431653 w 2332038"/>
                <a:gd name="connsiteY167" fmla="*/ 6434141 h 6456362"/>
                <a:gd name="connsiteX168" fmla="*/ 418164 w 2332038"/>
                <a:gd name="connsiteY168" fmla="*/ 6439696 h 6456362"/>
                <a:gd name="connsiteX169" fmla="*/ 403882 w 2332038"/>
                <a:gd name="connsiteY169" fmla="*/ 6444457 h 6456362"/>
                <a:gd name="connsiteX170" fmla="*/ 389599 w 2332038"/>
                <a:gd name="connsiteY170" fmla="*/ 6447632 h 6456362"/>
                <a:gd name="connsiteX171" fmla="*/ 375316 w 2332038"/>
                <a:gd name="connsiteY171" fmla="*/ 6450807 h 6456362"/>
                <a:gd name="connsiteX172" fmla="*/ 361034 w 2332038"/>
                <a:gd name="connsiteY172" fmla="*/ 6453187 h 6456362"/>
                <a:gd name="connsiteX173" fmla="*/ 346751 w 2332038"/>
                <a:gd name="connsiteY173" fmla="*/ 6455569 h 6456362"/>
                <a:gd name="connsiteX174" fmla="*/ 331675 w 2332038"/>
                <a:gd name="connsiteY174" fmla="*/ 6456362 h 6456362"/>
                <a:gd name="connsiteX175" fmla="*/ 315805 w 2332038"/>
                <a:gd name="connsiteY175" fmla="*/ 6456362 h 6456362"/>
                <a:gd name="connsiteX176" fmla="*/ 299935 w 2332038"/>
                <a:gd name="connsiteY176" fmla="*/ 6455569 h 6456362"/>
                <a:gd name="connsiteX177" fmla="*/ 281685 w 2332038"/>
                <a:gd name="connsiteY177" fmla="*/ 6453981 h 6456362"/>
                <a:gd name="connsiteX178" fmla="*/ 265816 w 2332038"/>
                <a:gd name="connsiteY178" fmla="*/ 6451600 h 6456362"/>
                <a:gd name="connsiteX179" fmla="*/ 249946 w 2332038"/>
                <a:gd name="connsiteY179" fmla="*/ 6450013 h 6456362"/>
                <a:gd name="connsiteX180" fmla="*/ 234076 w 2332038"/>
                <a:gd name="connsiteY180" fmla="*/ 6445251 h 6456362"/>
                <a:gd name="connsiteX181" fmla="*/ 218207 w 2332038"/>
                <a:gd name="connsiteY181" fmla="*/ 6441283 h 6456362"/>
                <a:gd name="connsiteX182" fmla="*/ 203131 w 2332038"/>
                <a:gd name="connsiteY182" fmla="*/ 6435727 h 6456362"/>
                <a:gd name="connsiteX183" fmla="*/ 188848 w 2332038"/>
                <a:gd name="connsiteY183" fmla="*/ 6428585 h 6456362"/>
                <a:gd name="connsiteX184" fmla="*/ 172978 w 2332038"/>
                <a:gd name="connsiteY184" fmla="*/ 6422236 h 6456362"/>
                <a:gd name="connsiteX185" fmla="*/ 160283 w 2332038"/>
                <a:gd name="connsiteY185" fmla="*/ 6414299 h 6456362"/>
                <a:gd name="connsiteX186" fmla="*/ 146000 w 2332038"/>
                <a:gd name="connsiteY186" fmla="*/ 6407157 h 6456362"/>
                <a:gd name="connsiteX187" fmla="*/ 132511 w 2332038"/>
                <a:gd name="connsiteY187" fmla="*/ 6398427 h 6456362"/>
                <a:gd name="connsiteX188" fmla="*/ 120609 w 2332038"/>
                <a:gd name="connsiteY188" fmla="*/ 6388110 h 6456362"/>
                <a:gd name="connsiteX189" fmla="*/ 108707 w 2332038"/>
                <a:gd name="connsiteY189" fmla="*/ 6378587 h 6456362"/>
                <a:gd name="connsiteX190" fmla="*/ 96011 w 2332038"/>
                <a:gd name="connsiteY190" fmla="*/ 6367475 h 6456362"/>
                <a:gd name="connsiteX191" fmla="*/ 85696 w 2332038"/>
                <a:gd name="connsiteY191" fmla="*/ 6356365 h 6456362"/>
                <a:gd name="connsiteX192" fmla="*/ 74587 w 2332038"/>
                <a:gd name="connsiteY192" fmla="*/ 6344461 h 6456362"/>
                <a:gd name="connsiteX193" fmla="*/ 64272 w 2332038"/>
                <a:gd name="connsiteY193" fmla="*/ 6332556 h 6456362"/>
                <a:gd name="connsiteX194" fmla="*/ 55543 w 2332038"/>
                <a:gd name="connsiteY194" fmla="*/ 6319065 h 6456362"/>
                <a:gd name="connsiteX195" fmla="*/ 46815 w 2332038"/>
                <a:gd name="connsiteY195" fmla="*/ 6305573 h 6456362"/>
                <a:gd name="connsiteX196" fmla="*/ 39674 w 2332038"/>
                <a:gd name="connsiteY196" fmla="*/ 6292875 h 6456362"/>
                <a:gd name="connsiteX197" fmla="*/ 31739 w 2332038"/>
                <a:gd name="connsiteY197" fmla="*/ 6278589 h 6456362"/>
                <a:gd name="connsiteX198" fmla="*/ 25391 w 2332038"/>
                <a:gd name="connsiteY198" fmla="*/ 6264304 h 6456362"/>
                <a:gd name="connsiteX199" fmla="*/ 19837 w 2332038"/>
                <a:gd name="connsiteY199" fmla="*/ 6248431 h 6456362"/>
                <a:gd name="connsiteX200" fmla="*/ 14282 w 2332038"/>
                <a:gd name="connsiteY200" fmla="*/ 6234146 h 6456362"/>
                <a:gd name="connsiteX201" fmla="*/ 9522 w 2332038"/>
                <a:gd name="connsiteY201" fmla="*/ 6218273 h 6456362"/>
                <a:gd name="connsiteX202" fmla="*/ 6348 w 2332038"/>
                <a:gd name="connsiteY202" fmla="*/ 6202401 h 6456362"/>
                <a:gd name="connsiteX203" fmla="*/ 3174 w 2332038"/>
                <a:gd name="connsiteY203" fmla="*/ 6185735 h 6456362"/>
                <a:gd name="connsiteX204" fmla="*/ 793 w 2332038"/>
                <a:gd name="connsiteY204" fmla="*/ 6169862 h 6456362"/>
                <a:gd name="connsiteX205" fmla="*/ 0 w 2332038"/>
                <a:gd name="connsiteY205" fmla="*/ 6153196 h 6456362"/>
                <a:gd name="connsiteX206" fmla="*/ 0 w 2332038"/>
                <a:gd name="connsiteY206" fmla="*/ 6136530 h 6456362"/>
                <a:gd name="connsiteX207" fmla="*/ 793 w 2332038"/>
                <a:gd name="connsiteY207" fmla="*/ 6119070 h 6456362"/>
                <a:gd name="connsiteX208" fmla="*/ 131717 w 2332038"/>
                <a:gd name="connsiteY208" fmla="*/ 4062780 h 6456362"/>
                <a:gd name="connsiteX209" fmla="*/ 132511 w 2332038"/>
                <a:gd name="connsiteY209" fmla="*/ 4062780 h 6456362"/>
                <a:gd name="connsiteX210" fmla="*/ 155522 w 2332038"/>
                <a:gd name="connsiteY210" fmla="*/ 4056431 h 6456362"/>
                <a:gd name="connsiteX211" fmla="*/ 178533 w 2332038"/>
                <a:gd name="connsiteY211" fmla="*/ 4047701 h 6456362"/>
                <a:gd name="connsiteX212" fmla="*/ 200750 w 2332038"/>
                <a:gd name="connsiteY212" fmla="*/ 4038177 h 6456362"/>
                <a:gd name="connsiteX213" fmla="*/ 222968 w 2332038"/>
                <a:gd name="connsiteY213" fmla="*/ 4028654 h 6456362"/>
                <a:gd name="connsiteX214" fmla="*/ 243598 w 2332038"/>
                <a:gd name="connsiteY214" fmla="*/ 4017543 h 6456362"/>
                <a:gd name="connsiteX215" fmla="*/ 264229 w 2332038"/>
                <a:gd name="connsiteY215" fmla="*/ 4005638 h 6456362"/>
                <a:gd name="connsiteX216" fmla="*/ 284066 w 2332038"/>
                <a:gd name="connsiteY216" fmla="*/ 3992147 h 6456362"/>
                <a:gd name="connsiteX217" fmla="*/ 303109 w 2332038"/>
                <a:gd name="connsiteY217" fmla="*/ 3979449 h 6456362"/>
                <a:gd name="connsiteX218" fmla="*/ 321360 w 2332038"/>
                <a:gd name="connsiteY218" fmla="*/ 3965163 h 6456362"/>
                <a:gd name="connsiteX219" fmla="*/ 338816 w 2332038"/>
                <a:gd name="connsiteY219" fmla="*/ 3949291 h 6456362"/>
                <a:gd name="connsiteX220" fmla="*/ 355479 w 2332038"/>
                <a:gd name="connsiteY220" fmla="*/ 3934212 h 6456362"/>
                <a:gd name="connsiteX221" fmla="*/ 372142 w 2332038"/>
                <a:gd name="connsiteY221" fmla="*/ 3917546 h 6456362"/>
                <a:gd name="connsiteX222" fmla="*/ 387219 w 2332038"/>
                <a:gd name="connsiteY222" fmla="*/ 3900086 h 6456362"/>
                <a:gd name="connsiteX223" fmla="*/ 401501 w 2332038"/>
                <a:gd name="connsiteY223" fmla="*/ 3882626 h 6456362"/>
                <a:gd name="connsiteX224" fmla="*/ 415784 w 2332038"/>
                <a:gd name="connsiteY224" fmla="*/ 3863579 h 6456362"/>
                <a:gd name="connsiteX225" fmla="*/ 428479 w 2332038"/>
                <a:gd name="connsiteY225" fmla="*/ 3845326 h 6456362"/>
                <a:gd name="connsiteX226" fmla="*/ 440382 w 2332038"/>
                <a:gd name="connsiteY226" fmla="*/ 3825485 h 6456362"/>
                <a:gd name="connsiteX227" fmla="*/ 451490 w 2332038"/>
                <a:gd name="connsiteY227" fmla="*/ 3804851 h 6456362"/>
                <a:gd name="connsiteX228" fmla="*/ 461806 w 2332038"/>
                <a:gd name="connsiteY228" fmla="*/ 3783423 h 6456362"/>
                <a:gd name="connsiteX229" fmla="*/ 471327 w 2332038"/>
                <a:gd name="connsiteY229" fmla="*/ 3762788 h 6456362"/>
                <a:gd name="connsiteX230" fmla="*/ 480056 w 2332038"/>
                <a:gd name="connsiteY230" fmla="*/ 3742154 h 6456362"/>
                <a:gd name="connsiteX231" fmla="*/ 486404 w 2332038"/>
                <a:gd name="connsiteY231" fmla="*/ 3719932 h 6456362"/>
                <a:gd name="connsiteX232" fmla="*/ 492751 w 2332038"/>
                <a:gd name="connsiteY232" fmla="*/ 3696917 h 6456362"/>
                <a:gd name="connsiteX233" fmla="*/ 498306 w 2332038"/>
                <a:gd name="connsiteY233" fmla="*/ 3674696 h 6456362"/>
                <a:gd name="connsiteX234" fmla="*/ 503067 w 2332038"/>
                <a:gd name="connsiteY234" fmla="*/ 3651680 h 6456362"/>
                <a:gd name="connsiteX235" fmla="*/ 506241 w 2332038"/>
                <a:gd name="connsiteY235" fmla="*/ 3628665 h 6456362"/>
                <a:gd name="connsiteX236" fmla="*/ 508621 w 2332038"/>
                <a:gd name="connsiteY236" fmla="*/ 3604856 h 6456362"/>
                <a:gd name="connsiteX237" fmla="*/ 509414 w 2332038"/>
                <a:gd name="connsiteY237" fmla="*/ 3581841 h 6456362"/>
                <a:gd name="connsiteX238" fmla="*/ 509414 w 2332038"/>
                <a:gd name="connsiteY238" fmla="*/ 3557239 h 6456362"/>
                <a:gd name="connsiteX239" fmla="*/ 508621 w 2332038"/>
                <a:gd name="connsiteY239" fmla="*/ 3533430 h 6456362"/>
                <a:gd name="connsiteX240" fmla="*/ 506241 w 2332038"/>
                <a:gd name="connsiteY240" fmla="*/ 3508827 h 6456362"/>
                <a:gd name="connsiteX241" fmla="*/ 503067 w 2332038"/>
                <a:gd name="connsiteY241" fmla="*/ 3485018 h 6456362"/>
                <a:gd name="connsiteX242" fmla="*/ 183294 w 2332038"/>
                <a:gd name="connsiteY242" fmla="*/ 1501742 h 6456362"/>
                <a:gd name="connsiteX243" fmla="*/ 176946 w 2332038"/>
                <a:gd name="connsiteY243" fmla="*/ 1466029 h 6456362"/>
                <a:gd name="connsiteX244" fmla="*/ 167424 w 2332038"/>
                <a:gd name="connsiteY244" fmla="*/ 1429522 h 6456362"/>
                <a:gd name="connsiteX245" fmla="*/ 157902 w 2332038"/>
                <a:gd name="connsiteY245" fmla="*/ 1393015 h 6456362"/>
                <a:gd name="connsiteX246" fmla="*/ 146794 w 2332038"/>
                <a:gd name="connsiteY246" fmla="*/ 1358095 h 6456362"/>
                <a:gd name="connsiteX247" fmla="*/ 163457 w 2332038"/>
                <a:gd name="connsiteY247" fmla="*/ 1354127 h 6456362"/>
                <a:gd name="connsiteX248" fmla="*/ 180120 w 2332038"/>
                <a:gd name="connsiteY248" fmla="*/ 1348572 h 6456362"/>
                <a:gd name="connsiteX249" fmla="*/ 874663 w 2332038"/>
                <a:gd name="connsiteY249" fmla="*/ 0 h 6456362"/>
                <a:gd name="connsiteX250" fmla="*/ 1439863 w 2332038"/>
                <a:gd name="connsiteY250" fmla="*/ 565200 h 6456362"/>
                <a:gd name="connsiteX251" fmla="*/ 874663 w 2332038"/>
                <a:gd name="connsiteY251" fmla="*/ 1130400 h 6456362"/>
                <a:gd name="connsiteX252" fmla="*/ 309463 w 2332038"/>
                <a:gd name="connsiteY252" fmla="*/ 565200 h 6456362"/>
                <a:gd name="connsiteX253" fmla="*/ 874663 w 2332038"/>
                <a:gd name="connsiteY253" fmla="*/ 0 h 6456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</a:cxnLst>
              <a:rect l="l" t="t" r="r" b="b"/>
              <a:pathLst>
                <a:path w="2332038" h="6456362">
                  <a:moveTo>
                    <a:pt x="461806" y="1287462"/>
                  </a:moveTo>
                  <a:lnTo>
                    <a:pt x="677632" y="2108074"/>
                  </a:lnTo>
                  <a:lnTo>
                    <a:pt x="794274" y="1538249"/>
                  </a:lnTo>
                  <a:lnTo>
                    <a:pt x="680013" y="1424760"/>
                  </a:lnTo>
                  <a:lnTo>
                    <a:pt x="808556" y="1296986"/>
                  </a:lnTo>
                  <a:lnTo>
                    <a:pt x="875209" y="1296986"/>
                  </a:lnTo>
                  <a:lnTo>
                    <a:pt x="941861" y="1296986"/>
                  </a:lnTo>
                  <a:lnTo>
                    <a:pt x="1069611" y="1424760"/>
                  </a:lnTo>
                  <a:lnTo>
                    <a:pt x="956144" y="1538249"/>
                  </a:lnTo>
                  <a:lnTo>
                    <a:pt x="1072785" y="2108074"/>
                  </a:lnTo>
                  <a:lnTo>
                    <a:pt x="1287818" y="1287462"/>
                  </a:lnTo>
                  <a:lnTo>
                    <a:pt x="1570297" y="1348572"/>
                  </a:lnTo>
                  <a:lnTo>
                    <a:pt x="1592515" y="1354127"/>
                  </a:lnTo>
                  <a:lnTo>
                    <a:pt x="1614732" y="1358889"/>
                  </a:lnTo>
                  <a:lnTo>
                    <a:pt x="1635363" y="1366825"/>
                  </a:lnTo>
                  <a:lnTo>
                    <a:pt x="1657580" y="1373174"/>
                  </a:lnTo>
                  <a:lnTo>
                    <a:pt x="1677417" y="1382698"/>
                  </a:lnTo>
                  <a:lnTo>
                    <a:pt x="1698048" y="1391428"/>
                  </a:lnTo>
                  <a:lnTo>
                    <a:pt x="1717885" y="1400951"/>
                  </a:lnTo>
                  <a:lnTo>
                    <a:pt x="1736135" y="1412062"/>
                  </a:lnTo>
                  <a:lnTo>
                    <a:pt x="1755178" y="1423173"/>
                  </a:lnTo>
                  <a:lnTo>
                    <a:pt x="1773428" y="1435077"/>
                  </a:lnTo>
                  <a:lnTo>
                    <a:pt x="1792472" y="1446981"/>
                  </a:lnTo>
                  <a:lnTo>
                    <a:pt x="1809135" y="1460473"/>
                  </a:lnTo>
                  <a:lnTo>
                    <a:pt x="1826591" y="1473171"/>
                  </a:lnTo>
                  <a:lnTo>
                    <a:pt x="1843254" y="1487457"/>
                  </a:lnTo>
                  <a:lnTo>
                    <a:pt x="1858331" y="1503329"/>
                  </a:lnTo>
                  <a:lnTo>
                    <a:pt x="1873407" y="1518408"/>
                  </a:lnTo>
                  <a:lnTo>
                    <a:pt x="1887689" y="1535074"/>
                  </a:lnTo>
                  <a:lnTo>
                    <a:pt x="1901972" y="1551740"/>
                  </a:lnTo>
                  <a:lnTo>
                    <a:pt x="1916255" y="1567613"/>
                  </a:lnTo>
                  <a:lnTo>
                    <a:pt x="1928950" y="1585866"/>
                  </a:lnTo>
                  <a:lnTo>
                    <a:pt x="1940853" y="1604120"/>
                  </a:lnTo>
                  <a:lnTo>
                    <a:pt x="1952755" y="1623167"/>
                  </a:lnTo>
                  <a:lnTo>
                    <a:pt x="1963863" y="1641420"/>
                  </a:lnTo>
                  <a:lnTo>
                    <a:pt x="1973385" y="1661261"/>
                  </a:lnTo>
                  <a:lnTo>
                    <a:pt x="1983700" y="1681102"/>
                  </a:lnTo>
                  <a:lnTo>
                    <a:pt x="1990842" y="1700942"/>
                  </a:lnTo>
                  <a:lnTo>
                    <a:pt x="2000364" y="1721577"/>
                  </a:lnTo>
                  <a:lnTo>
                    <a:pt x="2006711" y="1743005"/>
                  </a:lnTo>
                  <a:lnTo>
                    <a:pt x="2013059" y="1764433"/>
                  </a:lnTo>
                  <a:lnTo>
                    <a:pt x="2018614" y="1785861"/>
                  </a:lnTo>
                  <a:lnTo>
                    <a:pt x="2024168" y="1807289"/>
                  </a:lnTo>
                  <a:lnTo>
                    <a:pt x="2027342" y="1830304"/>
                  </a:lnTo>
                  <a:lnTo>
                    <a:pt x="2329658" y="3696123"/>
                  </a:lnTo>
                  <a:lnTo>
                    <a:pt x="2332038" y="3719932"/>
                  </a:lnTo>
                  <a:lnTo>
                    <a:pt x="2332038" y="3742948"/>
                  </a:lnTo>
                  <a:lnTo>
                    <a:pt x="2330451" y="3765963"/>
                  </a:lnTo>
                  <a:lnTo>
                    <a:pt x="2326484" y="3788978"/>
                  </a:lnTo>
                  <a:lnTo>
                    <a:pt x="2320929" y="3811200"/>
                  </a:lnTo>
                  <a:lnTo>
                    <a:pt x="2312995" y="3831834"/>
                  </a:lnTo>
                  <a:lnTo>
                    <a:pt x="2304266" y="3853262"/>
                  </a:lnTo>
                  <a:lnTo>
                    <a:pt x="2292364" y="3872309"/>
                  </a:lnTo>
                  <a:lnTo>
                    <a:pt x="2278875" y="3890562"/>
                  </a:lnTo>
                  <a:lnTo>
                    <a:pt x="2264592" y="3908022"/>
                  </a:lnTo>
                  <a:lnTo>
                    <a:pt x="2247929" y="3923101"/>
                  </a:lnTo>
                  <a:lnTo>
                    <a:pt x="2230473" y="3938180"/>
                  </a:lnTo>
                  <a:lnTo>
                    <a:pt x="2212223" y="3950878"/>
                  </a:lnTo>
                  <a:lnTo>
                    <a:pt x="2192386" y="3961989"/>
                  </a:lnTo>
                  <a:lnTo>
                    <a:pt x="2170168" y="3971512"/>
                  </a:lnTo>
                  <a:lnTo>
                    <a:pt x="2147157" y="3979449"/>
                  </a:lnTo>
                  <a:lnTo>
                    <a:pt x="2133668" y="3982623"/>
                  </a:lnTo>
                  <a:lnTo>
                    <a:pt x="2120972" y="3985004"/>
                  </a:lnTo>
                  <a:lnTo>
                    <a:pt x="2107483" y="3986591"/>
                  </a:lnTo>
                  <a:lnTo>
                    <a:pt x="2094788" y="3988179"/>
                  </a:lnTo>
                  <a:lnTo>
                    <a:pt x="2081298" y="3988179"/>
                  </a:lnTo>
                  <a:lnTo>
                    <a:pt x="2067809" y="3988179"/>
                  </a:lnTo>
                  <a:lnTo>
                    <a:pt x="2055114" y="3986591"/>
                  </a:lnTo>
                  <a:lnTo>
                    <a:pt x="2041624" y="3985004"/>
                  </a:lnTo>
                  <a:lnTo>
                    <a:pt x="2029722" y="3982623"/>
                  </a:lnTo>
                  <a:lnTo>
                    <a:pt x="2016233" y="3980242"/>
                  </a:lnTo>
                  <a:lnTo>
                    <a:pt x="1992429" y="3972306"/>
                  </a:lnTo>
                  <a:lnTo>
                    <a:pt x="1969418" y="3961989"/>
                  </a:lnTo>
                  <a:lnTo>
                    <a:pt x="1946407" y="3949291"/>
                  </a:lnTo>
                  <a:lnTo>
                    <a:pt x="1924983" y="3935006"/>
                  </a:lnTo>
                  <a:lnTo>
                    <a:pt x="1906733" y="3917546"/>
                  </a:lnTo>
                  <a:lnTo>
                    <a:pt x="1889276" y="3900086"/>
                  </a:lnTo>
                  <a:lnTo>
                    <a:pt x="1880548" y="3888975"/>
                  </a:lnTo>
                  <a:lnTo>
                    <a:pt x="1872613" y="3879452"/>
                  </a:lnTo>
                  <a:lnTo>
                    <a:pt x="1866265" y="3868341"/>
                  </a:lnTo>
                  <a:lnTo>
                    <a:pt x="1859124" y="3857230"/>
                  </a:lnTo>
                  <a:lnTo>
                    <a:pt x="1853570" y="3845326"/>
                  </a:lnTo>
                  <a:lnTo>
                    <a:pt x="1848809" y="3833421"/>
                  </a:lnTo>
                  <a:lnTo>
                    <a:pt x="1843254" y="3820723"/>
                  </a:lnTo>
                  <a:lnTo>
                    <a:pt x="1838494" y="3808025"/>
                  </a:lnTo>
                  <a:lnTo>
                    <a:pt x="1835320" y="3794533"/>
                  </a:lnTo>
                  <a:lnTo>
                    <a:pt x="1832939" y="3781835"/>
                  </a:lnTo>
                  <a:lnTo>
                    <a:pt x="1609178" y="2545363"/>
                  </a:lnTo>
                  <a:lnTo>
                    <a:pt x="1582199" y="3331848"/>
                  </a:lnTo>
                  <a:lnTo>
                    <a:pt x="1581406" y="3387402"/>
                  </a:lnTo>
                  <a:lnTo>
                    <a:pt x="1581406" y="3440575"/>
                  </a:lnTo>
                  <a:lnTo>
                    <a:pt x="1583786" y="3496129"/>
                  </a:lnTo>
                  <a:lnTo>
                    <a:pt x="1586167" y="3549302"/>
                  </a:lnTo>
                  <a:lnTo>
                    <a:pt x="1749624" y="6119070"/>
                  </a:lnTo>
                  <a:lnTo>
                    <a:pt x="1750417" y="6136530"/>
                  </a:lnTo>
                  <a:lnTo>
                    <a:pt x="1750417" y="6153196"/>
                  </a:lnTo>
                  <a:lnTo>
                    <a:pt x="1749624" y="6169862"/>
                  </a:lnTo>
                  <a:lnTo>
                    <a:pt x="1747243" y="6185735"/>
                  </a:lnTo>
                  <a:lnTo>
                    <a:pt x="1744069" y="6202401"/>
                  </a:lnTo>
                  <a:lnTo>
                    <a:pt x="1740896" y="6218273"/>
                  </a:lnTo>
                  <a:lnTo>
                    <a:pt x="1736135" y="6234146"/>
                  </a:lnTo>
                  <a:lnTo>
                    <a:pt x="1730580" y="6248431"/>
                  </a:lnTo>
                  <a:lnTo>
                    <a:pt x="1725026" y="6264304"/>
                  </a:lnTo>
                  <a:lnTo>
                    <a:pt x="1718678" y="6278589"/>
                  </a:lnTo>
                  <a:lnTo>
                    <a:pt x="1710743" y="6292875"/>
                  </a:lnTo>
                  <a:lnTo>
                    <a:pt x="1703602" y="6305573"/>
                  </a:lnTo>
                  <a:lnTo>
                    <a:pt x="1694874" y="6319065"/>
                  </a:lnTo>
                  <a:lnTo>
                    <a:pt x="1686145" y="6332556"/>
                  </a:lnTo>
                  <a:lnTo>
                    <a:pt x="1675037" y="6344461"/>
                  </a:lnTo>
                  <a:lnTo>
                    <a:pt x="1664721" y="6356365"/>
                  </a:lnTo>
                  <a:lnTo>
                    <a:pt x="1653613" y="6367475"/>
                  </a:lnTo>
                  <a:lnTo>
                    <a:pt x="1641711" y="6378587"/>
                  </a:lnTo>
                  <a:lnTo>
                    <a:pt x="1629808" y="6388110"/>
                  </a:lnTo>
                  <a:lnTo>
                    <a:pt x="1617906" y="6398427"/>
                  </a:lnTo>
                  <a:lnTo>
                    <a:pt x="1604417" y="6407157"/>
                  </a:lnTo>
                  <a:lnTo>
                    <a:pt x="1590134" y="6414299"/>
                  </a:lnTo>
                  <a:lnTo>
                    <a:pt x="1577439" y="6422236"/>
                  </a:lnTo>
                  <a:lnTo>
                    <a:pt x="1561569" y="6428585"/>
                  </a:lnTo>
                  <a:lnTo>
                    <a:pt x="1547286" y="6435727"/>
                  </a:lnTo>
                  <a:lnTo>
                    <a:pt x="1532210" y="6441283"/>
                  </a:lnTo>
                  <a:lnTo>
                    <a:pt x="1516341" y="6445251"/>
                  </a:lnTo>
                  <a:lnTo>
                    <a:pt x="1500471" y="6450013"/>
                  </a:lnTo>
                  <a:lnTo>
                    <a:pt x="1484601" y="6451600"/>
                  </a:lnTo>
                  <a:lnTo>
                    <a:pt x="1468732" y="6453981"/>
                  </a:lnTo>
                  <a:lnTo>
                    <a:pt x="1450482" y="6455569"/>
                  </a:lnTo>
                  <a:lnTo>
                    <a:pt x="1434612" y="6456362"/>
                  </a:lnTo>
                  <a:lnTo>
                    <a:pt x="1418743" y="6456362"/>
                  </a:lnTo>
                  <a:lnTo>
                    <a:pt x="1403666" y="6455569"/>
                  </a:lnTo>
                  <a:lnTo>
                    <a:pt x="1389384" y="6453187"/>
                  </a:lnTo>
                  <a:lnTo>
                    <a:pt x="1375101" y="6450807"/>
                  </a:lnTo>
                  <a:lnTo>
                    <a:pt x="1360819" y="6447632"/>
                  </a:lnTo>
                  <a:lnTo>
                    <a:pt x="1346536" y="6444457"/>
                  </a:lnTo>
                  <a:lnTo>
                    <a:pt x="1332253" y="6439696"/>
                  </a:lnTo>
                  <a:lnTo>
                    <a:pt x="1318764" y="6434141"/>
                  </a:lnTo>
                  <a:lnTo>
                    <a:pt x="1292579" y="6423029"/>
                  </a:lnTo>
                  <a:lnTo>
                    <a:pt x="1267188" y="6408745"/>
                  </a:lnTo>
                  <a:lnTo>
                    <a:pt x="1244177" y="6392871"/>
                  </a:lnTo>
                  <a:lnTo>
                    <a:pt x="1221960" y="6375412"/>
                  </a:lnTo>
                  <a:lnTo>
                    <a:pt x="1201329" y="6355571"/>
                  </a:lnTo>
                  <a:lnTo>
                    <a:pt x="1183872" y="6333349"/>
                  </a:lnTo>
                  <a:lnTo>
                    <a:pt x="1167209" y="6309541"/>
                  </a:lnTo>
                  <a:lnTo>
                    <a:pt x="1152927" y="6284939"/>
                  </a:lnTo>
                  <a:lnTo>
                    <a:pt x="1146579" y="6271447"/>
                  </a:lnTo>
                  <a:lnTo>
                    <a:pt x="1141025" y="6258749"/>
                  </a:lnTo>
                  <a:lnTo>
                    <a:pt x="1135470" y="6244463"/>
                  </a:lnTo>
                  <a:lnTo>
                    <a:pt x="1131503" y="6230971"/>
                  </a:lnTo>
                  <a:lnTo>
                    <a:pt x="1126742" y="6216687"/>
                  </a:lnTo>
                  <a:lnTo>
                    <a:pt x="1123568" y="6202401"/>
                  </a:lnTo>
                  <a:lnTo>
                    <a:pt x="1121188" y="6187322"/>
                  </a:lnTo>
                  <a:lnTo>
                    <a:pt x="1118807" y="6171449"/>
                  </a:lnTo>
                  <a:lnTo>
                    <a:pt x="875209" y="3814374"/>
                  </a:lnTo>
                  <a:lnTo>
                    <a:pt x="631610" y="6171449"/>
                  </a:lnTo>
                  <a:lnTo>
                    <a:pt x="629230" y="6187322"/>
                  </a:lnTo>
                  <a:lnTo>
                    <a:pt x="626849" y="6202401"/>
                  </a:lnTo>
                  <a:lnTo>
                    <a:pt x="623676" y="6216687"/>
                  </a:lnTo>
                  <a:lnTo>
                    <a:pt x="618915" y="6230971"/>
                  </a:lnTo>
                  <a:lnTo>
                    <a:pt x="614947" y="6244463"/>
                  </a:lnTo>
                  <a:lnTo>
                    <a:pt x="609393" y="6258749"/>
                  </a:lnTo>
                  <a:lnTo>
                    <a:pt x="603839" y="6271447"/>
                  </a:lnTo>
                  <a:lnTo>
                    <a:pt x="597491" y="6284939"/>
                  </a:lnTo>
                  <a:lnTo>
                    <a:pt x="583208" y="6309541"/>
                  </a:lnTo>
                  <a:lnTo>
                    <a:pt x="566545" y="6333349"/>
                  </a:lnTo>
                  <a:lnTo>
                    <a:pt x="549088" y="6355571"/>
                  </a:lnTo>
                  <a:lnTo>
                    <a:pt x="528458" y="6375412"/>
                  </a:lnTo>
                  <a:lnTo>
                    <a:pt x="506241" y="6392871"/>
                  </a:lnTo>
                  <a:lnTo>
                    <a:pt x="483230" y="6408745"/>
                  </a:lnTo>
                  <a:lnTo>
                    <a:pt x="457838" y="6423029"/>
                  </a:lnTo>
                  <a:lnTo>
                    <a:pt x="431653" y="6434141"/>
                  </a:lnTo>
                  <a:lnTo>
                    <a:pt x="418164" y="6439696"/>
                  </a:lnTo>
                  <a:lnTo>
                    <a:pt x="403882" y="6444457"/>
                  </a:lnTo>
                  <a:lnTo>
                    <a:pt x="389599" y="6447632"/>
                  </a:lnTo>
                  <a:lnTo>
                    <a:pt x="375316" y="6450807"/>
                  </a:lnTo>
                  <a:lnTo>
                    <a:pt x="361034" y="6453187"/>
                  </a:lnTo>
                  <a:lnTo>
                    <a:pt x="346751" y="6455569"/>
                  </a:lnTo>
                  <a:lnTo>
                    <a:pt x="331675" y="6456362"/>
                  </a:lnTo>
                  <a:lnTo>
                    <a:pt x="315805" y="6456362"/>
                  </a:lnTo>
                  <a:lnTo>
                    <a:pt x="299935" y="6455569"/>
                  </a:lnTo>
                  <a:lnTo>
                    <a:pt x="281685" y="6453981"/>
                  </a:lnTo>
                  <a:lnTo>
                    <a:pt x="265816" y="6451600"/>
                  </a:lnTo>
                  <a:lnTo>
                    <a:pt x="249946" y="6450013"/>
                  </a:lnTo>
                  <a:lnTo>
                    <a:pt x="234076" y="6445251"/>
                  </a:lnTo>
                  <a:lnTo>
                    <a:pt x="218207" y="6441283"/>
                  </a:lnTo>
                  <a:lnTo>
                    <a:pt x="203131" y="6435727"/>
                  </a:lnTo>
                  <a:lnTo>
                    <a:pt x="188848" y="6428585"/>
                  </a:lnTo>
                  <a:lnTo>
                    <a:pt x="172978" y="6422236"/>
                  </a:lnTo>
                  <a:lnTo>
                    <a:pt x="160283" y="6414299"/>
                  </a:lnTo>
                  <a:lnTo>
                    <a:pt x="146000" y="6407157"/>
                  </a:lnTo>
                  <a:lnTo>
                    <a:pt x="132511" y="6398427"/>
                  </a:lnTo>
                  <a:lnTo>
                    <a:pt x="120609" y="6388110"/>
                  </a:lnTo>
                  <a:lnTo>
                    <a:pt x="108707" y="6378587"/>
                  </a:lnTo>
                  <a:lnTo>
                    <a:pt x="96011" y="6367475"/>
                  </a:lnTo>
                  <a:lnTo>
                    <a:pt x="85696" y="6356365"/>
                  </a:lnTo>
                  <a:lnTo>
                    <a:pt x="74587" y="6344461"/>
                  </a:lnTo>
                  <a:lnTo>
                    <a:pt x="64272" y="6332556"/>
                  </a:lnTo>
                  <a:lnTo>
                    <a:pt x="55543" y="6319065"/>
                  </a:lnTo>
                  <a:lnTo>
                    <a:pt x="46815" y="6305573"/>
                  </a:lnTo>
                  <a:lnTo>
                    <a:pt x="39674" y="6292875"/>
                  </a:lnTo>
                  <a:lnTo>
                    <a:pt x="31739" y="6278589"/>
                  </a:lnTo>
                  <a:lnTo>
                    <a:pt x="25391" y="6264304"/>
                  </a:lnTo>
                  <a:lnTo>
                    <a:pt x="19837" y="6248431"/>
                  </a:lnTo>
                  <a:lnTo>
                    <a:pt x="14282" y="6234146"/>
                  </a:lnTo>
                  <a:lnTo>
                    <a:pt x="9522" y="6218273"/>
                  </a:lnTo>
                  <a:lnTo>
                    <a:pt x="6348" y="6202401"/>
                  </a:lnTo>
                  <a:lnTo>
                    <a:pt x="3174" y="6185735"/>
                  </a:lnTo>
                  <a:lnTo>
                    <a:pt x="793" y="6169862"/>
                  </a:lnTo>
                  <a:lnTo>
                    <a:pt x="0" y="6153196"/>
                  </a:lnTo>
                  <a:lnTo>
                    <a:pt x="0" y="6136530"/>
                  </a:lnTo>
                  <a:lnTo>
                    <a:pt x="793" y="6119070"/>
                  </a:lnTo>
                  <a:lnTo>
                    <a:pt x="131717" y="4062780"/>
                  </a:lnTo>
                  <a:lnTo>
                    <a:pt x="132511" y="4062780"/>
                  </a:lnTo>
                  <a:lnTo>
                    <a:pt x="155522" y="4056431"/>
                  </a:lnTo>
                  <a:lnTo>
                    <a:pt x="178533" y="4047701"/>
                  </a:lnTo>
                  <a:lnTo>
                    <a:pt x="200750" y="4038177"/>
                  </a:lnTo>
                  <a:lnTo>
                    <a:pt x="222968" y="4028654"/>
                  </a:lnTo>
                  <a:lnTo>
                    <a:pt x="243598" y="4017543"/>
                  </a:lnTo>
                  <a:lnTo>
                    <a:pt x="264229" y="4005638"/>
                  </a:lnTo>
                  <a:lnTo>
                    <a:pt x="284066" y="3992147"/>
                  </a:lnTo>
                  <a:lnTo>
                    <a:pt x="303109" y="3979449"/>
                  </a:lnTo>
                  <a:lnTo>
                    <a:pt x="321360" y="3965163"/>
                  </a:lnTo>
                  <a:lnTo>
                    <a:pt x="338816" y="3949291"/>
                  </a:lnTo>
                  <a:lnTo>
                    <a:pt x="355479" y="3934212"/>
                  </a:lnTo>
                  <a:lnTo>
                    <a:pt x="372142" y="3917546"/>
                  </a:lnTo>
                  <a:lnTo>
                    <a:pt x="387219" y="3900086"/>
                  </a:lnTo>
                  <a:lnTo>
                    <a:pt x="401501" y="3882626"/>
                  </a:lnTo>
                  <a:lnTo>
                    <a:pt x="415784" y="3863579"/>
                  </a:lnTo>
                  <a:lnTo>
                    <a:pt x="428479" y="3845326"/>
                  </a:lnTo>
                  <a:lnTo>
                    <a:pt x="440382" y="3825485"/>
                  </a:lnTo>
                  <a:lnTo>
                    <a:pt x="451490" y="3804851"/>
                  </a:lnTo>
                  <a:lnTo>
                    <a:pt x="461806" y="3783423"/>
                  </a:lnTo>
                  <a:lnTo>
                    <a:pt x="471327" y="3762788"/>
                  </a:lnTo>
                  <a:lnTo>
                    <a:pt x="480056" y="3742154"/>
                  </a:lnTo>
                  <a:lnTo>
                    <a:pt x="486404" y="3719932"/>
                  </a:lnTo>
                  <a:lnTo>
                    <a:pt x="492751" y="3696917"/>
                  </a:lnTo>
                  <a:lnTo>
                    <a:pt x="498306" y="3674696"/>
                  </a:lnTo>
                  <a:lnTo>
                    <a:pt x="503067" y="3651680"/>
                  </a:lnTo>
                  <a:lnTo>
                    <a:pt x="506241" y="3628665"/>
                  </a:lnTo>
                  <a:lnTo>
                    <a:pt x="508621" y="3604856"/>
                  </a:lnTo>
                  <a:lnTo>
                    <a:pt x="509414" y="3581841"/>
                  </a:lnTo>
                  <a:lnTo>
                    <a:pt x="509414" y="3557239"/>
                  </a:lnTo>
                  <a:lnTo>
                    <a:pt x="508621" y="3533430"/>
                  </a:lnTo>
                  <a:lnTo>
                    <a:pt x="506241" y="3508827"/>
                  </a:lnTo>
                  <a:lnTo>
                    <a:pt x="503067" y="3485018"/>
                  </a:lnTo>
                  <a:lnTo>
                    <a:pt x="183294" y="1501742"/>
                  </a:lnTo>
                  <a:lnTo>
                    <a:pt x="176946" y="1466029"/>
                  </a:lnTo>
                  <a:lnTo>
                    <a:pt x="167424" y="1429522"/>
                  </a:lnTo>
                  <a:lnTo>
                    <a:pt x="157902" y="1393015"/>
                  </a:lnTo>
                  <a:lnTo>
                    <a:pt x="146794" y="1358095"/>
                  </a:lnTo>
                  <a:lnTo>
                    <a:pt x="163457" y="1354127"/>
                  </a:lnTo>
                  <a:lnTo>
                    <a:pt x="180120" y="1348572"/>
                  </a:lnTo>
                  <a:close/>
                  <a:moveTo>
                    <a:pt x="874663" y="0"/>
                  </a:moveTo>
                  <a:cubicBezTo>
                    <a:pt x="1186814" y="0"/>
                    <a:pt x="1439863" y="253049"/>
                    <a:pt x="1439863" y="565200"/>
                  </a:cubicBezTo>
                  <a:cubicBezTo>
                    <a:pt x="1439863" y="877351"/>
                    <a:pt x="1186814" y="1130400"/>
                    <a:pt x="874663" y="1130400"/>
                  </a:cubicBezTo>
                  <a:cubicBezTo>
                    <a:pt x="562512" y="1130400"/>
                    <a:pt x="309463" y="877351"/>
                    <a:pt x="309463" y="565200"/>
                  </a:cubicBezTo>
                  <a:cubicBezTo>
                    <a:pt x="309463" y="253049"/>
                    <a:pt x="562512" y="0"/>
                    <a:pt x="8746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 10"/>
            <p:cNvSpPr/>
            <p:nvPr/>
          </p:nvSpPr>
          <p:spPr>
            <a:xfrm>
              <a:off x="9482513" y="2727325"/>
              <a:ext cx="3095625" cy="6858001"/>
            </a:xfrm>
            <a:custGeom>
              <a:avLst/>
              <a:gdLst>
                <a:gd name="connsiteX0" fmla="*/ 1108301 w 3095625"/>
                <a:gd name="connsiteY0" fmla="*/ 1366838 h 6858001"/>
                <a:gd name="connsiteX1" fmla="*/ 1336783 w 3095625"/>
                <a:gd name="connsiteY1" fmla="*/ 2238376 h 6858001"/>
                <a:gd name="connsiteX2" fmla="*/ 1461338 w 3095625"/>
                <a:gd name="connsiteY2" fmla="*/ 1632745 h 6858001"/>
                <a:gd name="connsiteX3" fmla="*/ 1339957 w 3095625"/>
                <a:gd name="connsiteY3" fmla="*/ 1512095 h 6858001"/>
                <a:gd name="connsiteX4" fmla="*/ 1476412 w 3095625"/>
                <a:gd name="connsiteY4" fmla="*/ 1375569 h 6858001"/>
                <a:gd name="connsiteX5" fmla="*/ 1547813 w 3095625"/>
                <a:gd name="connsiteY5" fmla="*/ 1375569 h 6858001"/>
                <a:gd name="connsiteX6" fmla="*/ 1619214 w 3095625"/>
                <a:gd name="connsiteY6" fmla="*/ 1375569 h 6858001"/>
                <a:gd name="connsiteX7" fmla="*/ 1754082 w 3095625"/>
                <a:gd name="connsiteY7" fmla="*/ 1512095 h 6858001"/>
                <a:gd name="connsiteX8" fmla="*/ 1634287 w 3095625"/>
                <a:gd name="connsiteY8" fmla="*/ 1632745 h 6858001"/>
                <a:gd name="connsiteX9" fmla="*/ 1757255 w 3095625"/>
                <a:gd name="connsiteY9" fmla="*/ 2238376 h 6858001"/>
                <a:gd name="connsiteX10" fmla="*/ 1985738 w 3095625"/>
                <a:gd name="connsiteY10" fmla="*/ 1366838 h 6858001"/>
                <a:gd name="connsiteX11" fmla="*/ 2285622 w 3095625"/>
                <a:gd name="connsiteY11" fmla="*/ 1430338 h 6858001"/>
                <a:gd name="connsiteX12" fmla="*/ 2310215 w 3095625"/>
                <a:gd name="connsiteY12" fmla="*/ 1435894 h 6858001"/>
                <a:gd name="connsiteX13" fmla="*/ 2333222 w 3095625"/>
                <a:gd name="connsiteY13" fmla="*/ 1442244 h 6858001"/>
                <a:gd name="connsiteX14" fmla="*/ 2354643 w 3095625"/>
                <a:gd name="connsiteY14" fmla="*/ 1450182 h 6858001"/>
                <a:gd name="connsiteX15" fmla="*/ 2378443 w 3095625"/>
                <a:gd name="connsiteY15" fmla="*/ 1458120 h 6858001"/>
                <a:gd name="connsiteX16" fmla="*/ 2399863 w 3095625"/>
                <a:gd name="connsiteY16" fmla="*/ 1466851 h 6858001"/>
                <a:gd name="connsiteX17" fmla="*/ 2421283 w 3095625"/>
                <a:gd name="connsiteY17" fmla="*/ 1476376 h 6858001"/>
                <a:gd name="connsiteX18" fmla="*/ 2441910 w 3095625"/>
                <a:gd name="connsiteY18" fmla="*/ 1486695 h 6858001"/>
                <a:gd name="connsiteX19" fmla="*/ 2462537 w 3095625"/>
                <a:gd name="connsiteY19" fmla="*/ 1497807 h 6858001"/>
                <a:gd name="connsiteX20" fmla="*/ 2482371 w 3095625"/>
                <a:gd name="connsiteY20" fmla="*/ 1509713 h 6858001"/>
                <a:gd name="connsiteX21" fmla="*/ 2502204 w 3095625"/>
                <a:gd name="connsiteY21" fmla="*/ 1522413 h 6858001"/>
                <a:gd name="connsiteX22" fmla="*/ 2521245 w 3095625"/>
                <a:gd name="connsiteY22" fmla="*/ 1535907 h 6858001"/>
                <a:gd name="connsiteX23" fmla="*/ 2539492 w 3095625"/>
                <a:gd name="connsiteY23" fmla="*/ 1549401 h 6858001"/>
                <a:gd name="connsiteX24" fmla="*/ 2558532 w 3095625"/>
                <a:gd name="connsiteY24" fmla="*/ 1564482 h 6858001"/>
                <a:gd name="connsiteX25" fmla="*/ 2575985 w 3095625"/>
                <a:gd name="connsiteY25" fmla="*/ 1578770 h 6858001"/>
                <a:gd name="connsiteX26" fmla="*/ 2592646 w 3095625"/>
                <a:gd name="connsiteY26" fmla="*/ 1595438 h 6858001"/>
                <a:gd name="connsiteX27" fmla="*/ 2608512 w 3095625"/>
                <a:gd name="connsiteY27" fmla="*/ 1612107 h 6858001"/>
                <a:gd name="connsiteX28" fmla="*/ 2624379 w 3095625"/>
                <a:gd name="connsiteY28" fmla="*/ 1627982 h 6858001"/>
                <a:gd name="connsiteX29" fmla="*/ 2638659 w 3095625"/>
                <a:gd name="connsiteY29" fmla="*/ 1645445 h 6858001"/>
                <a:gd name="connsiteX30" fmla="*/ 2652940 w 3095625"/>
                <a:gd name="connsiteY30" fmla="*/ 1664495 h 6858001"/>
                <a:gd name="connsiteX31" fmla="*/ 2667220 w 3095625"/>
                <a:gd name="connsiteY31" fmla="*/ 1683545 h 6858001"/>
                <a:gd name="connsiteX32" fmla="*/ 2679913 w 3095625"/>
                <a:gd name="connsiteY32" fmla="*/ 1701801 h 6858001"/>
                <a:gd name="connsiteX33" fmla="*/ 2691813 w 3095625"/>
                <a:gd name="connsiteY33" fmla="*/ 1721645 h 6858001"/>
                <a:gd name="connsiteX34" fmla="*/ 2702920 w 3095625"/>
                <a:gd name="connsiteY34" fmla="*/ 1742282 h 6858001"/>
                <a:gd name="connsiteX35" fmla="*/ 2714027 w 3095625"/>
                <a:gd name="connsiteY35" fmla="*/ 1763713 h 6858001"/>
                <a:gd name="connsiteX36" fmla="*/ 2724341 w 3095625"/>
                <a:gd name="connsiteY36" fmla="*/ 1784351 h 6858001"/>
                <a:gd name="connsiteX37" fmla="*/ 2733861 w 3095625"/>
                <a:gd name="connsiteY37" fmla="*/ 1804988 h 6858001"/>
                <a:gd name="connsiteX38" fmla="*/ 2741794 w 3095625"/>
                <a:gd name="connsiteY38" fmla="*/ 1827213 h 6858001"/>
                <a:gd name="connsiteX39" fmla="*/ 2748934 w 3095625"/>
                <a:gd name="connsiteY39" fmla="*/ 1850232 h 6858001"/>
                <a:gd name="connsiteX40" fmla="*/ 2756868 w 3095625"/>
                <a:gd name="connsiteY40" fmla="*/ 1872457 h 6858001"/>
                <a:gd name="connsiteX41" fmla="*/ 2762421 w 3095625"/>
                <a:gd name="connsiteY41" fmla="*/ 1895476 h 6858001"/>
                <a:gd name="connsiteX42" fmla="*/ 2767974 w 3095625"/>
                <a:gd name="connsiteY42" fmla="*/ 1919288 h 6858001"/>
                <a:gd name="connsiteX43" fmla="*/ 2772734 w 3095625"/>
                <a:gd name="connsiteY43" fmla="*/ 1942307 h 6858001"/>
                <a:gd name="connsiteX44" fmla="*/ 3091658 w 3095625"/>
                <a:gd name="connsiteY44" fmla="*/ 3925888 h 6858001"/>
                <a:gd name="connsiteX45" fmla="*/ 3095625 w 3095625"/>
                <a:gd name="connsiteY45" fmla="*/ 3950495 h 6858001"/>
                <a:gd name="connsiteX46" fmla="*/ 3095625 w 3095625"/>
                <a:gd name="connsiteY46" fmla="*/ 3975101 h 6858001"/>
                <a:gd name="connsiteX47" fmla="*/ 3093245 w 3095625"/>
                <a:gd name="connsiteY47" fmla="*/ 4000501 h 6858001"/>
                <a:gd name="connsiteX48" fmla="*/ 3090072 w 3095625"/>
                <a:gd name="connsiteY48" fmla="*/ 4023520 h 6858001"/>
                <a:gd name="connsiteX49" fmla="*/ 3082932 w 3095625"/>
                <a:gd name="connsiteY49" fmla="*/ 4047332 h 6858001"/>
                <a:gd name="connsiteX50" fmla="*/ 3075792 w 3095625"/>
                <a:gd name="connsiteY50" fmla="*/ 4069557 h 6858001"/>
                <a:gd name="connsiteX51" fmla="*/ 3064685 w 3095625"/>
                <a:gd name="connsiteY51" fmla="*/ 4091782 h 6858001"/>
                <a:gd name="connsiteX52" fmla="*/ 3053578 w 3095625"/>
                <a:gd name="connsiteY52" fmla="*/ 4112420 h 6858001"/>
                <a:gd name="connsiteX53" fmla="*/ 3039298 w 3095625"/>
                <a:gd name="connsiteY53" fmla="*/ 4132263 h 6858001"/>
                <a:gd name="connsiteX54" fmla="*/ 3024224 w 3095625"/>
                <a:gd name="connsiteY54" fmla="*/ 4149726 h 6858001"/>
                <a:gd name="connsiteX55" fmla="*/ 3005977 w 3095625"/>
                <a:gd name="connsiteY55" fmla="*/ 4167188 h 6858001"/>
                <a:gd name="connsiteX56" fmla="*/ 2987730 w 3095625"/>
                <a:gd name="connsiteY56" fmla="*/ 4183063 h 6858001"/>
                <a:gd name="connsiteX57" fmla="*/ 2967897 w 3095625"/>
                <a:gd name="connsiteY57" fmla="*/ 4195763 h 6858001"/>
                <a:gd name="connsiteX58" fmla="*/ 2945683 w 3095625"/>
                <a:gd name="connsiteY58" fmla="*/ 4207670 h 6858001"/>
                <a:gd name="connsiteX59" fmla="*/ 2922676 w 3095625"/>
                <a:gd name="connsiteY59" fmla="*/ 4217988 h 6858001"/>
                <a:gd name="connsiteX60" fmla="*/ 2899669 w 3095625"/>
                <a:gd name="connsiteY60" fmla="*/ 4225926 h 6858001"/>
                <a:gd name="connsiteX61" fmla="*/ 2885389 w 3095625"/>
                <a:gd name="connsiteY61" fmla="*/ 4229101 h 6858001"/>
                <a:gd name="connsiteX62" fmla="*/ 2871109 w 3095625"/>
                <a:gd name="connsiteY62" fmla="*/ 4232276 h 6858001"/>
                <a:gd name="connsiteX63" fmla="*/ 2856829 w 3095625"/>
                <a:gd name="connsiteY63" fmla="*/ 4234657 h 6858001"/>
                <a:gd name="connsiteX64" fmla="*/ 2842549 w 3095625"/>
                <a:gd name="connsiteY64" fmla="*/ 4235451 h 6858001"/>
                <a:gd name="connsiteX65" fmla="*/ 2828268 w 3095625"/>
                <a:gd name="connsiteY65" fmla="*/ 4235451 h 6858001"/>
                <a:gd name="connsiteX66" fmla="*/ 2813988 w 3095625"/>
                <a:gd name="connsiteY66" fmla="*/ 4235451 h 6858001"/>
                <a:gd name="connsiteX67" fmla="*/ 2801295 w 3095625"/>
                <a:gd name="connsiteY67" fmla="*/ 4234657 h 6858001"/>
                <a:gd name="connsiteX68" fmla="*/ 2787015 w 3095625"/>
                <a:gd name="connsiteY68" fmla="*/ 4232276 h 6858001"/>
                <a:gd name="connsiteX69" fmla="*/ 2773528 w 3095625"/>
                <a:gd name="connsiteY69" fmla="*/ 4229895 h 6858001"/>
                <a:gd name="connsiteX70" fmla="*/ 2760041 w 3095625"/>
                <a:gd name="connsiteY70" fmla="*/ 4226720 h 6858001"/>
                <a:gd name="connsiteX71" fmla="*/ 2747347 w 3095625"/>
                <a:gd name="connsiteY71" fmla="*/ 4223545 h 6858001"/>
                <a:gd name="connsiteX72" fmla="*/ 2733861 w 3095625"/>
                <a:gd name="connsiteY72" fmla="*/ 4218782 h 6858001"/>
                <a:gd name="connsiteX73" fmla="*/ 2721960 w 3095625"/>
                <a:gd name="connsiteY73" fmla="*/ 4213226 h 6858001"/>
                <a:gd name="connsiteX74" fmla="*/ 2710060 w 3095625"/>
                <a:gd name="connsiteY74" fmla="*/ 4207670 h 6858001"/>
                <a:gd name="connsiteX75" fmla="*/ 2697367 w 3095625"/>
                <a:gd name="connsiteY75" fmla="*/ 4201320 h 6858001"/>
                <a:gd name="connsiteX76" fmla="*/ 2685467 w 3095625"/>
                <a:gd name="connsiteY76" fmla="*/ 4194970 h 6858001"/>
                <a:gd name="connsiteX77" fmla="*/ 2674360 w 3095625"/>
                <a:gd name="connsiteY77" fmla="*/ 4187032 h 6858001"/>
                <a:gd name="connsiteX78" fmla="*/ 2663253 w 3095625"/>
                <a:gd name="connsiteY78" fmla="*/ 4179095 h 6858001"/>
                <a:gd name="connsiteX79" fmla="*/ 2652940 w 3095625"/>
                <a:gd name="connsiteY79" fmla="*/ 4170363 h 6858001"/>
                <a:gd name="connsiteX80" fmla="*/ 2642626 w 3095625"/>
                <a:gd name="connsiteY80" fmla="*/ 4160838 h 6858001"/>
                <a:gd name="connsiteX81" fmla="*/ 2633106 w 3095625"/>
                <a:gd name="connsiteY81" fmla="*/ 4152107 h 6858001"/>
                <a:gd name="connsiteX82" fmla="*/ 2624379 w 3095625"/>
                <a:gd name="connsiteY82" fmla="*/ 4140995 h 6858001"/>
                <a:gd name="connsiteX83" fmla="*/ 2615653 w 3095625"/>
                <a:gd name="connsiteY83" fmla="*/ 4130676 h 6858001"/>
                <a:gd name="connsiteX84" fmla="*/ 2607719 w 3095625"/>
                <a:gd name="connsiteY84" fmla="*/ 4120357 h 6858001"/>
                <a:gd name="connsiteX85" fmla="*/ 2599786 w 3095625"/>
                <a:gd name="connsiteY85" fmla="*/ 4107657 h 6858001"/>
                <a:gd name="connsiteX86" fmla="*/ 2593439 w 3095625"/>
                <a:gd name="connsiteY86" fmla="*/ 4095751 h 6858001"/>
                <a:gd name="connsiteX87" fmla="*/ 2587092 w 3095625"/>
                <a:gd name="connsiteY87" fmla="*/ 4083845 h 6858001"/>
                <a:gd name="connsiteX88" fmla="*/ 2581539 w 3095625"/>
                <a:gd name="connsiteY88" fmla="*/ 4070351 h 6858001"/>
                <a:gd name="connsiteX89" fmla="*/ 2575985 w 3095625"/>
                <a:gd name="connsiteY89" fmla="*/ 4057651 h 6858001"/>
                <a:gd name="connsiteX90" fmla="*/ 2571225 w 3095625"/>
                <a:gd name="connsiteY90" fmla="*/ 4044157 h 6858001"/>
                <a:gd name="connsiteX91" fmla="*/ 2568052 w 3095625"/>
                <a:gd name="connsiteY91" fmla="*/ 4029870 h 6858001"/>
                <a:gd name="connsiteX92" fmla="*/ 2564879 w 3095625"/>
                <a:gd name="connsiteY92" fmla="*/ 4015582 h 6858001"/>
                <a:gd name="connsiteX93" fmla="*/ 2326082 w 3095625"/>
                <a:gd name="connsiteY93" fmla="*/ 2702720 h 6858001"/>
                <a:gd name="connsiteX94" fmla="*/ 2299109 w 3095625"/>
                <a:gd name="connsiteY94" fmla="*/ 3538538 h 6858001"/>
                <a:gd name="connsiteX95" fmla="*/ 2298315 w 3095625"/>
                <a:gd name="connsiteY95" fmla="*/ 3597276 h 6858001"/>
                <a:gd name="connsiteX96" fmla="*/ 2298315 w 3095625"/>
                <a:gd name="connsiteY96" fmla="*/ 3654426 h 6858001"/>
                <a:gd name="connsiteX97" fmla="*/ 2299902 w 3095625"/>
                <a:gd name="connsiteY97" fmla="*/ 3712370 h 6858001"/>
                <a:gd name="connsiteX98" fmla="*/ 2303075 w 3095625"/>
                <a:gd name="connsiteY98" fmla="*/ 3769520 h 6858001"/>
                <a:gd name="connsiteX99" fmla="*/ 2476817 w 3095625"/>
                <a:gd name="connsiteY99" fmla="*/ 6500019 h 6858001"/>
                <a:gd name="connsiteX100" fmla="*/ 2476817 w 3095625"/>
                <a:gd name="connsiteY100" fmla="*/ 6518276 h 6858001"/>
                <a:gd name="connsiteX101" fmla="*/ 2476817 w 3095625"/>
                <a:gd name="connsiteY101" fmla="*/ 6535739 h 6858001"/>
                <a:gd name="connsiteX102" fmla="*/ 2476024 w 3095625"/>
                <a:gd name="connsiteY102" fmla="*/ 6553995 h 6858001"/>
                <a:gd name="connsiteX103" fmla="*/ 2473644 w 3095625"/>
                <a:gd name="connsiteY103" fmla="*/ 6571457 h 6858001"/>
                <a:gd name="connsiteX104" fmla="*/ 2471264 w 3095625"/>
                <a:gd name="connsiteY104" fmla="*/ 6588919 h 6858001"/>
                <a:gd name="connsiteX105" fmla="*/ 2467297 w 3095625"/>
                <a:gd name="connsiteY105" fmla="*/ 6605589 h 6858001"/>
                <a:gd name="connsiteX106" fmla="*/ 2462537 w 3095625"/>
                <a:gd name="connsiteY106" fmla="*/ 6621463 h 6858001"/>
                <a:gd name="connsiteX107" fmla="*/ 2456984 w 3095625"/>
                <a:gd name="connsiteY107" fmla="*/ 6638132 h 6858001"/>
                <a:gd name="connsiteX108" fmla="*/ 2450637 w 3095625"/>
                <a:gd name="connsiteY108" fmla="*/ 6654007 h 6858001"/>
                <a:gd name="connsiteX109" fmla="*/ 2444290 w 3095625"/>
                <a:gd name="connsiteY109" fmla="*/ 6669089 h 6858001"/>
                <a:gd name="connsiteX110" fmla="*/ 2436357 w 3095625"/>
                <a:gd name="connsiteY110" fmla="*/ 6684169 h 6858001"/>
                <a:gd name="connsiteX111" fmla="*/ 2427630 w 3095625"/>
                <a:gd name="connsiteY111" fmla="*/ 6698457 h 6858001"/>
                <a:gd name="connsiteX112" fmla="*/ 2417317 w 3095625"/>
                <a:gd name="connsiteY112" fmla="*/ 6712745 h 6858001"/>
                <a:gd name="connsiteX113" fmla="*/ 2407797 w 3095625"/>
                <a:gd name="connsiteY113" fmla="*/ 6726239 h 6858001"/>
                <a:gd name="connsiteX114" fmla="*/ 2397483 w 3095625"/>
                <a:gd name="connsiteY114" fmla="*/ 6739732 h 6858001"/>
                <a:gd name="connsiteX115" fmla="*/ 2387170 w 3095625"/>
                <a:gd name="connsiteY115" fmla="*/ 6751639 h 6858001"/>
                <a:gd name="connsiteX116" fmla="*/ 2374476 w 3095625"/>
                <a:gd name="connsiteY116" fmla="*/ 6763545 h 6858001"/>
                <a:gd name="connsiteX117" fmla="*/ 2362576 w 3095625"/>
                <a:gd name="connsiteY117" fmla="*/ 6774657 h 6858001"/>
                <a:gd name="connsiteX118" fmla="*/ 2349883 w 3095625"/>
                <a:gd name="connsiteY118" fmla="*/ 6785769 h 6858001"/>
                <a:gd name="connsiteX119" fmla="*/ 2336396 w 3095625"/>
                <a:gd name="connsiteY119" fmla="*/ 6795295 h 6858001"/>
                <a:gd name="connsiteX120" fmla="*/ 2322116 w 3095625"/>
                <a:gd name="connsiteY120" fmla="*/ 6805613 h 6858001"/>
                <a:gd name="connsiteX121" fmla="*/ 2307835 w 3095625"/>
                <a:gd name="connsiteY121" fmla="*/ 6814345 h 6858001"/>
                <a:gd name="connsiteX122" fmla="*/ 2292762 w 3095625"/>
                <a:gd name="connsiteY122" fmla="*/ 6821489 h 6858001"/>
                <a:gd name="connsiteX123" fmla="*/ 2276895 w 3095625"/>
                <a:gd name="connsiteY123" fmla="*/ 6829426 h 6858001"/>
                <a:gd name="connsiteX124" fmla="*/ 2261821 w 3095625"/>
                <a:gd name="connsiteY124" fmla="*/ 6835776 h 6858001"/>
                <a:gd name="connsiteX125" fmla="*/ 2245161 w 3095625"/>
                <a:gd name="connsiteY125" fmla="*/ 6841332 h 6858001"/>
                <a:gd name="connsiteX126" fmla="*/ 2228501 w 3095625"/>
                <a:gd name="connsiteY126" fmla="*/ 6846095 h 6858001"/>
                <a:gd name="connsiteX127" fmla="*/ 2212634 w 3095625"/>
                <a:gd name="connsiteY127" fmla="*/ 6850063 h 6858001"/>
                <a:gd name="connsiteX128" fmla="*/ 2194387 w 3095625"/>
                <a:gd name="connsiteY128" fmla="*/ 6853239 h 6858001"/>
                <a:gd name="connsiteX129" fmla="*/ 2176934 w 3095625"/>
                <a:gd name="connsiteY129" fmla="*/ 6855619 h 6858001"/>
                <a:gd name="connsiteX130" fmla="*/ 2159480 w 3095625"/>
                <a:gd name="connsiteY130" fmla="*/ 6857207 h 6858001"/>
                <a:gd name="connsiteX131" fmla="*/ 2141233 w 3095625"/>
                <a:gd name="connsiteY131" fmla="*/ 6858001 h 6858001"/>
                <a:gd name="connsiteX132" fmla="*/ 2125366 w 3095625"/>
                <a:gd name="connsiteY132" fmla="*/ 6858001 h 6858001"/>
                <a:gd name="connsiteX133" fmla="*/ 2108706 w 3095625"/>
                <a:gd name="connsiteY133" fmla="*/ 6857207 h 6858001"/>
                <a:gd name="connsiteX134" fmla="*/ 2093633 w 3095625"/>
                <a:gd name="connsiteY134" fmla="*/ 6854826 h 6858001"/>
                <a:gd name="connsiteX135" fmla="*/ 2078559 w 3095625"/>
                <a:gd name="connsiteY135" fmla="*/ 6851651 h 6858001"/>
                <a:gd name="connsiteX136" fmla="*/ 2062692 w 3095625"/>
                <a:gd name="connsiteY136" fmla="*/ 6849269 h 6858001"/>
                <a:gd name="connsiteX137" fmla="*/ 2047619 w 3095625"/>
                <a:gd name="connsiteY137" fmla="*/ 6844507 h 6858001"/>
                <a:gd name="connsiteX138" fmla="*/ 2033339 w 3095625"/>
                <a:gd name="connsiteY138" fmla="*/ 6840539 h 6858001"/>
                <a:gd name="connsiteX139" fmla="*/ 2019059 w 3095625"/>
                <a:gd name="connsiteY139" fmla="*/ 6834982 h 6858001"/>
                <a:gd name="connsiteX140" fmla="*/ 2004778 w 3095625"/>
                <a:gd name="connsiteY140" fmla="*/ 6829426 h 6858001"/>
                <a:gd name="connsiteX141" fmla="*/ 1991292 w 3095625"/>
                <a:gd name="connsiteY141" fmla="*/ 6823076 h 6858001"/>
                <a:gd name="connsiteX142" fmla="*/ 1977011 w 3095625"/>
                <a:gd name="connsiteY142" fmla="*/ 6815139 h 6858001"/>
                <a:gd name="connsiteX143" fmla="*/ 1964318 w 3095625"/>
                <a:gd name="connsiteY143" fmla="*/ 6807201 h 6858001"/>
                <a:gd name="connsiteX144" fmla="*/ 1951624 w 3095625"/>
                <a:gd name="connsiteY144" fmla="*/ 6800057 h 6858001"/>
                <a:gd name="connsiteX145" fmla="*/ 1939724 w 3095625"/>
                <a:gd name="connsiteY145" fmla="*/ 6791326 h 6858001"/>
                <a:gd name="connsiteX146" fmla="*/ 1927824 w 3095625"/>
                <a:gd name="connsiteY146" fmla="*/ 6781007 h 6858001"/>
                <a:gd name="connsiteX147" fmla="*/ 1915924 w 3095625"/>
                <a:gd name="connsiteY147" fmla="*/ 6771482 h 6858001"/>
                <a:gd name="connsiteX148" fmla="*/ 1904817 w 3095625"/>
                <a:gd name="connsiteY148" fmla="*/ 6761163 h 6858001"/>
                <a:gd name="connsiteX149" fmla="*/ 1894504 w 3095625"/>
                <a:gd name="connsiteY149" fmla="*/ 6750051 h 6858001"/>
                <a:gd name="connsiteX150" fmla="*/ 1884984 w 3095625"/>
                <a:gd name="connsiteY150" fmla="*/ 6738145 h 6858001"/>
                <a:gd name="connsiteX151" fmla="*/ 1875463 w 3095625"/>
                <a:gd name="connsiteY151" fmla="*/ 6727032 h 6858001"/>
                <a:gd name="connsiteX152" fmla="*/ 1865943 w 3095625"/>
                <a:gd name="connsiteY152" fmla="*/ 6715126 h 6858001"/>
                <a:gd name="connsiteX153" fmla="*/ 1857217 w 3095625"/>
                <a:gd name="connsiteY153" fmla="*/ 6701632 h 6858001"/>
                <a:gd name="connsiteX154" fmla="*/ 1850076 w 3095625"/>
                <a:gd name="connsiteY154" fmla="*/ 6688932 h 6858001"/>
                <a:gd name="connsiteX155" fmla="*/ 1842143 w 3095625"/>
                <a:gd name="connsiteY155" fmla="*/ 6675439 h 6858001"/>
                <a:gd name="connsiteX156" fmla="*/ 1835796 w 3095625"/>
                <a:gd name="connsiteY156" fmla="*/ 6661151 h 6858001"/>
                <a:gd name="connsiteX157" fmla="*/ 1830243 w 3095625"/>
                <a:gd name="connsiteY157" fmla="*/ 6648451 h 6858001"/>
                <a:gd name="connsiteX158" fmla="*/ 1824689 w 3095625"/>
                <a:gd name="connsiteY158" fmla="*/ 6632576 h 6858001"/>
                <a:gd name="connsiteX159" fmla="*/ 1819136 w 3095625"/>
                <a:gd name="connsiteY159" fmla="*/ 6618289 h 6858001"/>
                <a:gd name="connsiteX160" fmla="*/ 1814376 w 3095625"/>
                <a:gd name="connsiteY160" fmla="*/ 6603207 h 6858001"/>
                <a:gd name="connsiteX161" fmla="*/ 1811203 w 3095625"/>
                <a:gd name="connsiteY161" fmla="*/ 6587332 h 6858001"/>
                <a:gd name="connsiteX162" fmla="*/ 1808823 w 3095625"/>
                <a:gd name="connsiteY162" fmla="*/ 6572251 h 6858001"/>
                <a:gd name="connsiteX163" fmla="*/ 1807236 w 3095625"/>
                <a:gd name="connsiteY163" fmla="*/ 6555582 h 6858001"/>
                <a:gd name="connsiteX164" fmla="*/ 1547813 w 3095625"/>
                <a:gd name="connsiteY164" fmla="*/ 4050507 h 6858001"/>
                <a:gd name="connsiteX165" fmla="*/ 1288389 w 3095625"/>
                <a:gd name="connsiteY165" fmla="*/ 6555582 h 6858001"/>
                <a:gd name="connsiteX166" fmla="*/ 1286803 w 3095625"/>
                <a:gd name="connsiteY166" fmla="*/ 6572251 h 6858001"/>
                <a:gd name="connsiteX167" fmla="*/ 1282836 w 3095625"/>
                <a:gd name="connsiteY167" fmla="*/ 6587332 h 6858001"/>
                <a:gd name="connsiteX168" fmla="*/ 1279663 w 3095625"/>
                <a:gd name="connsiteY168" fmla="*/ 6603207 h 6858001"/>
                <a:gd name="connsiteX169" fmla="*/ 1275696 w 3095625"/>
                <a:gd name="connsiteY169" fmla="*/ 6618289 h 6858001"/>
                <a:gd name="connsiteX170" fmla="*/ 1270936 w 3095625"/>
                <a:gd name="connsiteY170" fmla="*/ 6632576 h 6858001"/>
                <a:gd name="connsiteX171" fmla="*/ 1265383 w 3095625"/>
                <a:gd name="connsiteY171" fmla="*/ 6648451 h 6858001"/>
                <a:gd name="connsiteX172" fmla="*/ 1259829 w 3095625"/>
                <a:gd name="connsiteY172" fmla="*/ 6661151 h 6858001"/>
                <a:gd name="connsiteX173" fmla="*/ 1252689 w 3095625"/>
                <a:gd name="connsiteY173" fmla="*/ 6675439 h 6858001"/>
                <a:gd name="connsiteX174" fmla="*/ 1245549 w 3095625"/>
                <a:gd name="connsiteY174" fmla="*/ 6688932 h 6858001"/>
                <a:gd name="connsiteX175" fmla="*/ 1238409 w 3095625"/>
                <a:gd name="connsiteY175" fmla="*/ 6701632 h 6858001"/>
                <a:gd name="connsiteX176" fmla="*/ 1229682 w 3095625"/>
                <a:gd name="connsiteY176" fmla="*/ 6715126 h 6858001"/>
                <a:gd name="connsiteX177" fmla="*/ 1220162 w 3095625"/>
                <a:gd name="connsiteY177" fmla="*/ 6727032 h 6858001"/>
                <a:gd name="connsiteX178" fmla="*/ 1210642 w 3095625"/>
                <a:gd name="connsiteY178" fmla="*/ 6738145 h 6858001"/>
                <a:gd name="connsiteX179" fmla="*/ 1201122 w 3095625"/>
                <a:gd name="connsiteY179" fmla="*/ 6750051 h 6858001"/>
                <a:gd name="connsiteX180" fmla="*/ 1190015 w 3095625"/>
                <a:gd name="connsiteY180" fmla="*/ 6761163 h 6858001"/>
                <a:gd name="connsiteX181" fmla="*/ 1178908 w 3095625"/>
                <a:gd name="connsiteY181" fmla="*/ 6771482 h 6858001"/>
                <a:gd name="connsiteX182" fmla="*/ 1167801 w 3095625"/>
                <a:gd name="connsiteY182" fmla="*/ 6781007 h 6858001"/>
                <a:gd name="connsiteX183" fmla="*/ 1155901 w 3095625"/>
                <a:gd name="connsiteY183" fmla="*/ 6791326 h 6858001"/>
                <a:gd name="connsiteX184" fmla="*/ 1144001 w 3095625"/>
                <a:gd name="connsiteY184" fmla="*/ 6800057 h 6858001"/>
                <a:gd name="connsiteX185" fmla="*/ 1130514 w 3095625"/>
                <a:gd name="connsiteY185" fmla="*/ 6807201 h 6858001"/>
                <a:gd name="connsiteX186" fmla="*/ 1117027 w 3095625"/>
                <a:gd name="connsiteY186" fmla="*/ 6815139 h 6858001"/>
                <a:gd name="connsiteX187" fmla="*/ 1104334 w 3095625"/>
                <a:gd name="connsiteY187" fmla="*/ 6823076 h 6858001"/>
                <a:gd name="connsiteX188" fmla="*/ 1090847 w 3095625"/>
                <a:gd name="connsiteY188" fmla="*/ 6829426 h 6858001"/>
                <a:gd name="connsiteX189" fmla="*/ 1076567 w 3095625"/>
                <a:gd name="connsiteY189" fmla="*/ 6834982 h 6858001"/>
                <a:gd name="connsiteX190" fmla="*/ 1062287 w 3095625"/>
                <a:gd name="connsiteY190" fmla="*/ 6840539 h 6858001"/>
                <a:gd name="connsiteX191" fmla="*/ 1047213 w 3095625"/>
                <a:gd name="connsiteY191" fmla="*/ 6844507 h 6858001"/>
                <a:gd name="connsiteX192" fmla="*/ 1032933 w 3095625"/>
                <a:gd name="connsiteY192" fmla="*/ 6849269 h 6858001"/>
                <a:gd name="connsiteX193" fmla="*/ 1017066 w 3095625"/>
                <a:gd name="connsiteY193" fmla="*/ 6851651 h 6858001"/>
                <a:gd name="connsiteX194" fmla="*/ 1001993 w 3095625"/>
                <a:gd name="connsiteY194" fmla="*/ 6854826 h 6858001"/>
                <a:gd name="connsiteX195" fmla="*/ 985332 w 3095625"/>
                <a:gd name="connsiteY195" fmla="*/ 6857207 h 6858001"/>
                <a:gd name="connsiteX196" fmla="*/ 970259 w 3095625"/>
                <a:gd name="connsiteY196" fmla="*/ 6858001 h 6858001"/>
                <a:gd name="connsiteX197" fmla="*/ 953599 w 3095625"/>
                <a:gd name="connsiteY197" fmla="*/ 6858001 h 6858001"/>
                <a:gd name="connsiteX198" fmla="*/ 936145 w 3095625"/>
                <a:gd name="connsiteY198" fmla="*/ 6857207 h 6858001"/>
                <a:gd name="connsiteX199" fmla="*/ 918691 w 3095625"/>
                <a:gd name="connsiteY199" fmla="*/ 6855619 h 6858001"/>
                <a:gd name="connsiteX200" fmla="*/ 901238 w 3095625"/>
                <a:gd name="connsiteY200" fmla="*/ 6853239 h 6858001"/>
                <a:gd name="connsiteX201" fmla="*/ 882991 w 3095625"/>
                <a:gd name="connsiteY201" fmla="*/ 6850063 h 6858001"/>
                <a:gd name="connsiteX202" fmla="*/ 867124 w 3095625"/>
                <a:gd name="connsiteY202" fmla="*/ 6846095 h 6858001"/>
                <a:gd name="connsiteX203" fmla="*/ 850464 w 3095625"/>
                <a:gd name="connsiteY203" fmla="*/ 6841332 h 6858001"/>
                <a:gd name="connsiteX204" fmla="*/ 833804 w 3095625"/>
                <a:gd name="connsiteY204" fmla="*/ 6835776 h 6858001"/>
                <a:gd name="connsiteX205" fmla="*/ 817143 w 3095625"/>
                <a:gd name="connsiteY205" fmla="*/ 6829426 h 6858001"/>
                <a:gd name="connsiteX206" fmla="*/ 802070 w 3095625"/>
                <a:gd name="connsiteY206" fmla="*/ 6821489 h 6858001"/>
                <a:gd name="connsiteX207" fmla="*/ 787790 w 3095625"/>
                <a:gd name="connsiteY207" fmla="*/ 6814345 h 6858001"/>
                <a:gd name="connsiteX208" fmla="*/ 773509 w 3095625"/>
                <a:gd name="connsiteY208" fmla="*/ 6805613 h 6858001"/>
                <a:gd name="connsiteX209" fmla="*/ 759229 w 3095625"/>
                <a:gd name="connsiteY209" fmla="*/ 6795295 h 6858001"/>
                <a:gd name="connsiteX210" fmla="*/ 745742 w 3095625"/>
                <a:gd name="connsiteY210" fmla="*/ 6785769 h 6858001"/>
                <a:gd name="connsiteX211" fmla="*/ 733049 w 3095625"/>
                <a:gd name="connsiteY211" fmla="*/ 6774657 h 6858001"/>
                <a:gd name="connsiteX212" fmla="*/ 721149 w 3095625"/>
                <a:gd name="connsiteY212" fmla="*/ 6763545 h 6858001"/>
                <a:gd name="connsiteX213" fmla="*/ 708455 w 3095625"/>
                <a:gd name="connsiteY213" fmla="*/ 6751639 h 6858001"/>
                <a:gd name="connsiteX214" fmla="*/ 698142 w 3095625"/>
                <a:gd name="connsiteY214" fmla="*/ 6739732 h 6858001"/>
                <a:gd name="connsiteX215" fmla="*/ 687035 w 3095625"/>
                <a:gd name="connsiteY215" fmla="*/ 6726239 h 6858001"/>
                <a:gd name="connsiteX216" fmla="*/ 676722 w 3095625"/>
                <a:gd name="connsiteY216" fmla="*/ 6712745 h 6858001"/>
                <a:gd name="connsiteX217" fmla="*/ 667995 w 3095625"/>
                <a:gd name="connsiteY217" fmla="*/ 6698457 h 6858001"/>
                <a:gd name="connsiteX218" fmla="*/ 659268 w 3095625"/>
                <a:gd name="connsiteY218" fmla="*/ 6684169 h 6858001"/>
                <a:gd name="connsiteX219" fmla="*/ 651335 w 3095625"/>
                <a:gd name="connsiteY219" fmla="*/ 6669089 h 6858001"/>
                <a:gd name="connsiteX220" fmla="*/ 644988 w 3095625"/>
                <a:gd name="connsiteY220" fmla="*/ 6654007 h 6858001"/>
                <a:gd name="connsiteX221" fmla="*/ 638641 w 3095625"/>
                <a:gd name="connsiteY221" fmla="*/ 6638132 h 6858001"/>
                <a:gd name="connsiteX222" fmla="*/ 633088 w 3095625"/>
                <a:gd name="connsiteY222" fmla="*/ 6621463 h 6858001"/>
                <a:gd name="connsiteX223" fmla="*/ 628328 w 3095625"/>
                <a:gd name="connsiteY223" fmla="*/ 6605589 h 6858001"/>
                <a:gd name="connsiteX224" fmla="*/ 624361 w 3095625"/>
                <a:gd name="connsiteY224" fmla="*/ 6588919 h 6858001"/>
                <a:gd name="connsiteX225" fmla="*/ 621188 w 3095625"/>
                <a:gd name="connsiteY225" fmla="*/ 6571457 h 6858001"/>
                <a:gd name="connsiteX226" fmla="*/ 619601 w 3095625"/>
                <a:gd name="connsiteY226" fmla="*/ 6553995 h 6858001"/>
                <a:gd name="connsiteX227" fmla="*/ 617221 w 3095625"/>
                <a:gd name="connsiteY227" fmla="*/ 6535739 h 6858001"/>
                <a:gd name="connsiteX228" fmla="*/ 617221 w 3095625"/>
                <a:gd name="connsiteY228" fmla="*/ 6518276 h 6858001"/>
                <a:gd name="connsiteX229" fmla="*/ 618808 w 3095625"/>
                <a:gd name="connsiteY229" fmla="*/ 6500019 h 6858001"/>
                <a:gd name="connsiteX230" fmla="*/ 792550 w 3095625"/>
                <a:gd name="connsiteY230" fmla="*/ 3769520 h 6858001"/>
                <a:gd name="connsiteX231" fmla="*/ 795723 w 3095625"/>
                <a:gd name="connsiteY231" fmla="*/ 3712370 h 6858001"/>
                <a:gd name="connsiteX232" fmla="*/ 796516 w 3095625"/>
                <a:gd name="connsiteY232" fmla="*/ 3654426 h 6858001"/>
                <a:gd name="connsiteX233" fmla="*/ 796516 w 3095625"/>
                <a:gd name="connsiteY233" fmla="*/ 3597276 h 6858001"/>
                <a:gd name="connsiteX234" fmla="*/ 795723 w 3095625"/>
                <a:gd name="connsiteY234" fmla="*/ 3538538 h 6858001"/>
                <a:gd name="connsiteX235" fmla="*/ 769543 w 3095625"/>
                <a:gd name="connsiteY235" fmla="*/ 2702720 h 6858001"/>
                <a:gd name="connsiteX236" fmla="*/ 530746 w 3095625"/>
                <a:gd name="connsiteY236" fmla="*/ 4015582 h 6858001"/>
                <a:gd name="connsiteX237" fmla="*/ 527573 w 3095625"/>
                <a:gd name="connsiteY237" fmla="*/ 4029870 h 6858001"/>
                <a:gd name="connsiteX238" fmla="*/ 524400 w 3095625"/>
                <a:gd name="connsiteY238" fmla="*/ 4044157 h 6858001"/>
                <a:gd name="connsiteX239" fmla="*/ 519640 w 3095625"/>
                <a:gd name="connsiteY239" fmla="*/ 4057651 h 6858001"/>
                <a:gd name="connsiteX240" fmla="*/ 514086 w 3095625"/>
                <a:gd name="connsiteY240" fmla="*/ 4070351 h 6858001"/>
                <a:gd name="connsiteX241" fmla="*/ 508533 w 3095625"/>
                <a:gd name="connsiteY241" fmla="*/ 4083845 h 6858001"/>
                <a:gd name="connsiteX242" fmla="*/ 502186 w 3095625"/>
                <a:gd name="connsiteY242" fmla="*/ 4095751 h 6858001"/>
                <a:gd name="connsiteX243" fmla="*/ 495839 w 3095625"/>
                <a:gd name="connsiteY243" fmla="*/ 4107657 h 6858001"/>
                <a:gd name="connsiteX244" fmla="*/ 487906 w 3095625"/>
                <a:gd name="connsiteY244" fmla="*/ 4120357 h 6858001"/>
                <a:gd name="connsiteX245" fmla="*/ 479179 w 3095625"/>
                <a:gd name="connsiteY245" fmla="*/ 4130676 h 6858001"/>
                <a:gd name="connsiteX246" fmla="*/ 471246 w 3095625"/>
                <a:gd name="connsiteY246" fmla="*/ 4140995 h 6858001"/>
                <a:gd name="connsiteX247" fmla="*/ 461726 w 3095625"/>
                <a:gd name="connsiteY247" fmla="*/ 4152107 h 6858001"/>
                <a:gd name="connsiteX248" fmla="*/ 452999 w 3095625"/>
                <a:gd name="connsiteY248" fmla="*/ 4160838 h 6858001"/>
                <a:gd name="connsiteX249" fmla="*/ 441892 w 3095625"/>
                <a:gd name="connsiteY249" fmla="*/ 4170363 h 6858001"/>
                <a:gd name="connsiteX250" fmla="*/ 432372 w 3095625"/>
                <a:gd name="connsiteY250" fmla="*/ 4179095 h 6858001"/>
                <a:gd name="connsiteX251" fmla="*/ 421265 w 3095625"/>
                <a:gd name="connsiteY251" fmla="*/ 4187032 h 6858001"/>
                <a:gd name="connsiteX252" fmla="*/ 410158 w 3095625"/>
                <a:gd name="connsiteY252" fmla="*/ 4194970 h 6858001"/>
                <a:gd name="connsiteX253" fmla="*/ 398258 w 3095625"/>
                <a:gd name="connsiteY253" fmla="*/ 4201320 h 6858001"/>
                <a:gd name="connsiteX254" fmla="*/ 385565 w 3095625"/>
                <a:gd name="connsiteY254" fmla="*/ 4207670 h 6858001"/>
                <a:gd name="connsiteX255" fmla="*/ 373665 w 3095625"/>
                <a:gd name="connsiteY255" fmla="*/ 4213226 h 6858001"/>
                <a:gd name="connsiteX256" fmla="*/ 360971 w 3095625"/>
                <a:gd name="connsiteY256" fmla="*/ 4218782 h 6858001"/>
                <a:gd name="connsiteX257" fmla="*/ 348278 w 3095625"/>
                <a:gd name="connsiteY257" fmla="*/ 4223545 h 6858001"/>
                <a:gd name="connsiteX258" fmla="*/ 335584 w 3095625"/>
                <a:gd name="connsiteY258" fmla="*/ 4226720 h 6858001"/>
                <a:gd name="connsiteX259" fmla="*/ 322097 w 3095625"/>
                <a:gd name="connsiteY259" fmla="*/ 4229895 h 6858001"/>
                <a:gd name="connsiteX260" fmla="*/ 307817 w 3095625"/>
                <a:gd name="connsiteY260" fmla="*/ 4232276 h 6858001"/>
                <a:gd name="connsiteX261" fmla="*/ 294330 w 3095625"/>
                <a:gd name="connsiteY261" fmla="*/ 4234657 h 6858001"/>
                <a:gd name="connsiteX262" fmla="*/ 280050 w 3095625"/>
                <a:gd name="connsiteY262" fmla="*/ 4235451 h 6858001"/>
                <a:gd name="connsiteX263" fmla="*/ 267357 w 3095625"/>
                <a:gd name="connsiteY263" fmla="*/ 4235451 h 6858001"/>
                <a:gd name="connsiteX264" fmla="*/ 253076 w 3095625"/>
                <a:gd name="connsiteY264" fmla="*/ 4235451 h 6858001"/>
                <a:gd name="connsiteX265" fmla="*/ 238796 w 3095625"/>
                <a:gd name="connsiteY265" fmla="*/ 4234657 h 6858001"/>
                <a:gd name="connsiteX266" fmla="*/ 224516 w 3095625"/>
                <a:gd name="connsiteY266" fmla="*/ 4232276 h 6858001"/>
                <a:gd name="connsiteX267" fmla="*/ 210236 w 3095625"/>
                <a:gd name="connsiteY267" fmla="*/ 4229101 h 6858001"/>
                <a:gd name="connsiteX268" fmla="*/ 195956 w 3095625"/>
                <a:gd name="connsiteY268" fmla="*/ 4225926 h 6858001"/>
                <a:gd name="connsiteX269" fmla="*/ 171362 w 3095625"/>
                <a:gd name="connsiteY269" fmla="*/ 4217988 h 6858001"/>
                <a:gd name="connsiteX270" fmla="*/ 148355 w 3095625"/>
                <a:gd name="connsiteY270" fmla="*/ 4207670 h 6858001"/>
                <a:gd name="connsiteX271" fmla="*/ 127728 w 3095625"/>
                <a:gd name="connsiteY271" fmla="*/ 4195763 h 6858001"/>
                <a:gd name="connsiteX272" fmla="*/ 107101 w 3095625"/>
                <a:gd name="connsiteY272" fmla="*/ 4183063 h 6858001"/>
                <a:gd name="connsiteX273" fmla="*/ 88061 w 3095625"/>
                <a:gd name="connsiteY273" fmla="*/ 4167188 h 6858001"/>
                <a:gd name="connsiteX274" fmla="*/ 71401 w 3095625"/>
                <a:gd name="connsiteY274" fmla="*/ 4149726 h 6858001"/>
                <a:gd name="connsiteX275" fmla="*/ 56327 w 3095625"/>
                <a:gd name="connsiteY275" fmla="*/ 4132263 h 6858001"/>
                <a:gd name="connsiteX276" fmla="*/ 42047 w 3095625"/>
                <a:gd name="connsiteY276" fmla="*/ 4112420 h 6858001"/>
                <a:gd name="connsiteX277" fmla="*/ 30147 w 3095625"/>
                <a:gd name="connsiteY277" fmla="*/ 4091782 h 6858001"/>
                <a:gd name="connsiteX278" fmla="*/ 19834 w 3095625"/>
                <a:gd name="connsiteY278" fmla="*/ 4069557 h 6858001"/>
                <a:gd name="connsiteX279" fmla="*/ 12693 w 3095625"/>
                <a:gd name="connsiteY279" fmla="*/ 4047332 h 6858001"/>
                <a:gd name="connsiteX280" fmla="*/ 5553 w 3095625"/>
                <a:gd name="connsiteY280" fmla="*/ 4023520 h 6858001"/>
                <a:gd name="connsiteX281" fmla="*/ 1587 w 3095625"/>
                <a:gd name="connsiteY281" fmla="*/ 4000501 h 6858001"/>
                <a:gd name="connsiteX282" fmla="*/ 0 w 3095625"/>
                <a:gd name="connsiteY282" fmla="*/ 3975101 h 6858001"/>
                <a:gd name="connsiteX283" fmla="*/ 0 w 3095625"/>
                <a:gd name="connsiteY283" fmla="*/ 3950495 h 6858001"/>
                <a:gd name="connsiteX284" fmla="*/ 3967 w 3095625"/>
                <a:gd name="connsiteY284" fmla="*/ 3925888 h 6858001"/>
                <a:gd name="connsiteX285" fmla="*/ 322891 w 3095625"/>
                <a:gd name="connsiteY285" fmla="*/ 1942307 h 6858001"/>
                <a:gd name="connsiteX286" fmla="*/ 327651 w 3095625"/>
                <a:gd name="connsiteY286" fmla="*/ 1919288 h 6858001"/>
                <a:gd name="connsiteX287" fmla="*/ 332411 w 3095625"/>
                <a:gd name="connsiteY287" fmla="*/ 1895476 h 6858001"/>
                <a:gd name="connsiteX288" fmla="*/ 338757 w 3095625"/>
                <a:gd name="connsiteY288" fmla="*/ 1872457 h 6858001"/>
                <a:gd name="connsiteX289" fmla="*/ 345104 w 3095625"/>
                <a:gd name="connsiteY289" fmla="*/ 1850232 h 6858001"/>
                <a:gd name="connsiteX290" fmla="*/ 353038 w 3095625"/>
                <a:gd name="connsiteY290" fmla="*/ 1827213 h 6858001"/>
                <a:gd name="connsiteX291" fmla="*/ 361764 w 3095625"/>
                <a:gd name="connsiteY291" fmla="*/ 1804988 h 6858001"/>
                <a:gd name="connsiteX292" fmla="*/ 370491 w 3095625"/>
                <a:gd name="connsiteY292" fmla="*/ 1784351 h 6858001"/>
                <a:gd name="connsiteX293" fmla="*/ 381598 w 3095625"/>
                <a:gd name="connsiteY293" fmla="*/ 1763713 h 6858001"/>
                <a:gd name="connsiteX294" fmla="*/ 391118 w 3095625"/>
                <a:gd name="connsiteY294" fmla="*/ 1742282 h 6858001"/>
                <a:gd name="connsiteX295" fmla="*/ 403812 w 3095625"/>
                <a:gd name="connsiteY295" fmla="*/ 1721645 h 6858001"/>
                <a:gd name="connsiteX296" fmla="*/ 415712 w 3095625"/>
                <a:gd name="connsiteY296" fmla="*/ 1701801 h 6858001"/>
                <a:gd name="connsiteX297" fmla="*/ 428405 w 3095625"/>
                <a:gd name="connsiteY297" fmla="*/ 1683545 h 6858001"/>
                <a:gd name="connsiteX298" fmla="*/ 441892 w 3095625"/>
                <a:gd name="connsiteY298" fmla="*/ 1664495 h 6858001"/>
                <a:gd name="connsiteX299" fmla="*/ 456172 w 3095625"/>
                <a:gd name="connsiteY299" fmla="*/ 1645445 h 6858001"/>
                <a:gd name="connsiteX300" fmla="*/ 471246 w 3095625"/>
                <a:gd name="connsiteY300" fmla="*/ 1627982 h 6858001"/>
                <a:gd name="connsiteX301" fmla="*/ 487113 w 3095625"/>
                <a:gd name="connsiteY301" fmla="*/ 1612107 h 6858001"/>
                <a:gd name="connsiteX302" fmla="*/ 502979 w 3095625"/>
                <a:gd name="connsiteY302" fmla="*/ 1595438 h 6858001"/>
                <a:gd name="connsiteX303" fmla="*/ 519640 w 3095625"/>
                <a:gd name="connsiteY303" fmla="*/ 1578770 h 6858001"/>
                <a:gd name="connsiteX304" fmla="*/ 537093 w 3095625"/>
                <a:gd name="connsiteY304" fmla="*/ 1564482 h 6858001"/>
                <a:gd name="connsiteX305" fmla="*/ 555340 w 3095625"/>
                <a:gd name="connsiteY305" fmla="*/ 1549401 h 6858001"/>
                <a:gd name="connsiteX306" fmla="*/ 573587 w 3095625"/>
                <a:gd name="connsiteY306" fmla="*/ 1535907 h 6858001"/>
                <a:gd name="connsiteX307" fmla="*/ 593421 w 3095625"/>
                <a:gd name="connsiteY307" fmla="*/ 1522413 h 6858001"/>
                <a:gd name="connsiteX308" fmla="*/ 612461 w 3095625"/>
                <a:gd name="connsiteY308" fmla="*/ 1509713 h 6858001"/>
                <a:gd name="connsiteX309" fmla="*/ 633088 w 3095625"/>
                <a:gd name="connsiteY309" fmla="*/ 1497807 h 6858001"/>
                <a:gd name="connsiteX310" fmla="*/ 652921 w 3095625"/>
                <a:gd name="connsiteY310" fmla="*/ 1486695 h 6858001"/>
                <a:gd name="connsiteX311" fmla="*/ 673548 w 3095625"/>
                <a:gd name="connsiteY311" fmla="*/ 1476376 h 6858001"/>
                <a:gd name="connsiteX312" fmla="*/ 695762 w 3095625"/>
                <a:gd name="connsiteY312" fmla="*/ 1466851 h 6858001"/>
                <a:gd name="connsiteX313" fmla="*/ 717182 w 3095625"/>
                <a:gd name="connsiteY313" fmla="*/ 1458120 h 6858001"/>
                <a:gd name="connsiteX314" fmla="*/ 739396 w 3095625"/>
                <a:gd name="connsiteY314" fmla="*/ 1450182 h 6858001"/>
                <a:gd name="connsiteX315" fmla="*/ 762403 w 3095625"/>
                <a:gd name="connsiteY315" fmla="*/ 1442244 h 6858001"/>
                <a:gd name="connsiteX316" fmla="*/ 785410 w 3095625"/>
                <a:gd name="connsiteY316" fmla="*/ 1435894 h 6858001"/>
                <a:gd name="connsiteX317" fmla="*/ 808417 w 3095625"/>
                <a:gd name="connsiteY317" fmla="*/ 1430338 h 6858001"/>
                <a:gd name="connsiteX318" fmla="*/ 1547137 w 3095625"/>
                <a:gd name="connsiteY318" fmla="*/ 0 h 6858001"/>
                <a:gd name="connsiteX319" fmla="*/ 2146537 w 3095625"/>
                <a:gd name="connsiteY319" fmla="*/ 599400 h 6858001"/>
                <a:gd name="connsiteX320" fmla="*/ 1547137 w 3095625"/>
                <a:gd name="connsiteY320" fmla="*/ 1198800 h 6858001"/>
                <a:gd name="connsiteX321" fmla="*/ 947737 w 3095625"/>
                <a:gd name="connsiteY321" fmla="*/ 599400 h 6858001"/>
                <a:gd name="connsiteX322" fmla="*/ 1547137 w 3095625"/>
                <a:gd name="connsiteY322" fmla="*/ 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</a:cxnLst>
              <a:rect l="l" t="t" r="r" b="b"/>
              <a:pathLst>
                <a:path w="3095625" h="6858001">
                  <a:moveTo>
                    <a:pt x="1108301" y="1366838"/>
                  </a:moveTo>
                  <a:lnTo>
                    <a:pt x="1336783" y="2238376"/>
                  </a:lnTo>
                  <a:lnTo>
                    <a:pt x="1461338" y="1632745"/>
                  </a:lnTo>
                  <a:lnTo>
                    <a:pt x="1339957" y="1512095"/>
                  </a:lnTo>
                  <a:lnTo>
                    <a:pt x="1476412" y="1375569"/>
                  </a:lnTo>
                  <a:lnTo>
                    <a:pt x="1547813" y="1375569"/>
                  </a:lnTo>
                  <a:lnTo>
                    <a:pt x="1619214" y="1375569"/>
                  </a:lnTo>
                  <a:lnTo>
                    <a:pt x="1754082" y="1512095"/>
                  </a:lnTo>
                  <a:lnTo>
                    <a:pt x="1634287" y="1632745"/>
                  </a:lnTo>
                  <a:lnTo>
                    <a:pt x="1757255" y="2238376"/>
                  </a:lnTo>
                  <a:lnTo>
                    <a:pt x="1985738" y="1366838"/>
                  </a:lnTo>
                  <a:lnTo>
                    <a:pt x="2285622" y="1430338"/>
                  </a:lnTo>
                  <a:lnTo>
                    <a:pt x="2310215" y="1435894"/>
                  </a:lnTo>
                  <a:lnTo>
                    <a:pt x="2333222" y="1442244"/>
                  </a:lnTo>
                  <a:lnTo>
                    <a:pt x="2354643" y="1450182"/>
                  </a:lnTo>
                  <a:lnTo>
                    <a:pt x="2378443" y="1458120"/>
                  </a:lnTo>
                  <a:lnTo>
                    <a:pt x="2399863" y="1466851"/>
                  </a:lnTo>
                  <a:lnTo>
                    <a:pt x="2421283" y="1476376"/>
                  </a:lnTo>
                  <a:lnTo>
                    <a:pt x="2441910" y="1486695"/>
                  </a:lnTo>
                  <a:lnTo>
                    <a:pt x="2462537" y="1497807"/>
                  </a:lnTo>
                  <a:lnTo>
                    <a:pt x="2482371" y="1509713"/>
                  </a:lnTo>
                  <a:lnTo>
                    <a:pt x="2502204" y="1522413"/>
                  </a:lnTo>
                  <a:lnTo>
                    <a:pt x="2521245" y="1535907"/>
                  </a:lnTo>
                  <a:lnTo>
                    <a:pt x="2539492" y="1549401"/>
                  </a:lnTo>
                  <a:lnTo>
                    <a:pt x="2558532" y="1564482"/>
                  </a:lnTo>
                  <a:lnTo>
                    <a:pt x="2575985" y="1578770"/>
                  </a:lnTo>
                  <a:lnTo>
                    <a:pt x="2592646" y="1595438"/>
                  </a:lnTo>
                  <a:lnTo>
                    <a:pt x="2608512" y="1612107"/>
                  </a:lnTo>
                  <a:lnTo>
                    <a:pt x="2624379" y="1627982"/>
                  </a:lnTo>
                  <a:lnTo>
                    <a:pt x="2638659" y="1645445"/>
                  </a:lnTo>
                  <a:lnTo>
                    <a:pt x="2652940" y="1664495"/>
                  </a:lnTo>
                  <a:lnTo>
                    <a:pt x="2667220" y="1683545"/>
                  </a:lnTo>
                  <a:lnTo>
                    <a:pt x="2679913" y="1701801"/>
                  </a:lnTo>
                  <a:lnTo>
                    <a:pt x="2691813" y="1721645"/>
                  </a:lnTo>
                  <a:lnTo>
                    <a:pt x="2702920" y="1742282"/>
                  </a:lnTo>
                  <a:lnTo>
                    <a:pt x="2714027" y="1763713"/>
                  </a:lnTo>
                  <a:lnTo>
                    <a:pt x="2724341" y="1784351"/>
                  </a:lnTo>
                  <a:lnTo>
                    <a:pt x="2733861" y="1804988"/>
                  </a:lnTo>
                  <a:lnTo>
                    <a:pt x="2741794" y="1827213"/>
                  </a:lnTo>
                  <a:lnTo>
                    <a:pt x="2748934" y="1850232"/>
                  </a:lnTo>
                  <a:lnTo>
                    <a:pt x="2756868" y="1872457"/>
                  </a:lnTo>
                  <a:lnTo>
                    <a:pt x="2762421" y="1895476"/>
                  </a:lnTo>
                  <a:lnTo>
                    <a:pt x="2767974" y="1919288"/>
                  </a:lnTo>
                  <a:lnTo>
                    <a:pt x="2772734" y="1942307"/>
                  </a:lnTo>
                  <a:lnTo>
                    <a:pt x="3091658" y="3925888"/>
                  </a:lnTo>
                  <a:lnTo>
                    <a:pt x="3095625" y="3950495"/>
                  </a:lnTo>
                  <a:lnTo>
                    <a:pt x="3095625" y="3975101"/>
                  </a:lnTo>
                  <a:lnTo>
                    <a:pt x="3093245" y="4000501"/>
                  </a:lnTo>
                  <a:lnTo>
                    <a:pt x="3090072" y="4023520"/>
                  </a:lnTo>
                  <a:lnTo>
                    <a:pt x="3082932" y="4047332"/>
                  </a:lnTo>
                  <a:lnTo>
                    <a:pt x="3075792" y="4069557"/>
                  </a:lnTo>
                  <a:lnTo>
                    <a:pt x="3064685" y="4091782"/>
                  </a:lnTo>
                  <a:lnTo>
                    <a:pt x="3053578" y="4112420"/>
                  </a:lnTo>
                  <a:lnTo>
                    <a:pt x="3039298" y="4132263"/>
                  </a:lnTo>
                  <a:lnTo>
                    <a:pt x="3024224" y="4149726"/>
                  </a:lnTo>
                  <a:lnTo>
                    <a:pt x="3005977" y="4167188"/>
                  </a:lnTo>
                  <a:lnTo>
                    <a:pt x="2987730" y="4183063"/>
                  </a:lnTo>
                  <a:lnTo>
                    <a:pt x="2967897" y="4195763"/>
                  </a:lnTo>
                  <a:lnTo>
                    <a:pt x="2945683" y="4207670"/>
                  </a:lnTo>
                  <a:lnTo>
                    <a:pt x="2922676" y="4217988"/>
                  </a:lnTo>
                  <a:lnTo>
                    <a:pt x="2899669" y="4225926"/>
                  </a:lnTo>
                  <a:lnTo>
                    <a:pt x="2885389" y="4229101"/>
                  </a:lnTo>
                  <a:lnTo>
                    <a:pt x="2871109" y="4232276"/>
                  </a:lnTo>
                  <a:lnTo>
                    <a:pt x="2856829" y="4234657"/>
                  </a:lnTo>
                  <a:lnTo>
                    <a:pt x="2842549" y="4235451"/>
                  </a:lnTo>
                  <a:lnTo>
                    <a:pt x="2828268" y="4235451"/>
                  </a:lnTo>
                  <a:lnTo>
                    <a:pt x="2813988" y="4235451"/>
                  </a:lnTo>
                  <a:lnTo>
                    <a:pt x="2801295" y="4234657"/>
                  </a:lnTo>
                  <a:lnTo>
                    <a:pt x="2787015" y="4232276"/>
                  </a:lnTo>
                  <a:lnTo>
                    <a:pt x="2773528" y="4229895"/>
                  </a:lnTo>
                  <a:lnTo>
                    <a:pt x="2760041" y="4226720"/>
                  </a:lnTo>
                  <a:lnTo>
                    <a:pt x="2747347" y="4223545"/>
                  </a:lnTo>
                  <a:lnTo>
                    <a:pt x="2733861" y="4218782"/>
                  </a:lnTo>
                  <a:lnTo>
                    <a:pt x="2721960" y="4213226"/>
                  </a:lnTo>
                  <a:lnTo>
                    <a:pt x="2710060" y="4207670"/>
                  </a:lnTo>
                  <a:lnTo>
                    <a:pt x="2697367" y="4201320"/>
                  </a:lnTo>
                  <a:lnTo>
                    <a:pt x="2685467" y="4194970"/>
                  </a:lnTo>
                  <a:lnTo>
                    <a:pt x="2674360" y="4187032"/>
                  </a:lnTo>
                  <a:lnTo>
                    <a:pt x="2663253" y="4179095"/>
                  </a:lnTo>
                  <a:lnTo>
                    <a:pt x="2652940" y="4170363"/>
                  </a:lnTo>
                  <a:lnTo>
                    <a:pt x="2642626" y="4160838"/>
                  </a:lnTo>
                  <a:lnTo>
                    <a:pt x="2633106" y="4152107"/>
                  </a:lnTo>
                  <a:lnTo>
                    <a:pt x="2624379" y="4140995"/>
                  </a:lnTo>
                  <a:lnTo>
                    <a:pt x="2615653" y="4130676"/>
                  </a:lnTo>
                  <a:lnTo>
                    <a:pt x="2607719" y="4120357"/>
                  </a:lnTo>
                  <a:lnTo>
                    <a:pt x="2599786" y="4107657"/>
                  </a:lnTo>
                  <a:lnTo>
                    <a:pt x="2593439" y="4095751"/>
                  </a:lnTo>
                  <a:lnTo>
                    <a:pt x="2587092" y="4083845"/>
                  </a:lnTo>
                  <a:lnTo>
                    <a:pt x="2581539" y="4070351"/>
                  </a:lnTo>
                  <a:lnTo>
                    <a:pt x="2575985" y="4057651"/>
                  </a:lnTo>
                  <a:lnTo>
                    <a:pt x="2571225" y="4044157"/>
                  </a:lnTo>
                  <a:lnTo>
                    <a:pt x="2568052" y="4029870"/>
                  </a:lnTo>
                  <a:lnTo>
                    <a:pt x="2564879" y="4015582"/>
                  </a:lnTo>
                  <a:lnTo>
                    <a:pt x="2326082" y="2702720"/>
                  </a:lnTo>
                  <a:lnTo>
                    <a:pt x="2299109" y="3538538"/>
                  </a:lnTo>
                  <a:lnTo>
                    <a:pt x="2298315" y="3597276"/>
                  </a:lnTo>
                  <a:lnTo>
                    <a:pt x="2298315" y="3654426"/>
                  </a:lnTo>
                  <a:lnTo>
                    <a:pt x="2299902" y="3712370"/>
                  </a:lnTo>
                  <a:lnTo>
                    <a:pt x="2303075" y="3769520"/>
                  </a:lnTo>
                  <a:lnTo>
                    <a:pt x="2476817" y="6500019"/>
                  </a:lnTo>
                  <a:lnTo>
                    <a:pt x="2476817" y="6518276"/>
                  </a:lnTo>
                  <a:lnTo>
                    <a:pt x="2476817" y="6535739"/>
                  </a:lnTo>
                  <a:lnTo>
                    <a:pt x="2476024" y="6553995"/>
                  </a:lnTo>
                  <a:lnTo>
                    <a:pt x="2473644" y="6571457"/>
                  </a:lnTo>
                  <a:lnTo>
                    <a:pt x="2471264" y="6588919"/>
                  </a:lnTo>
                  <a:lnTo>
                    <a:pt x="2467297" y="6605589"/>
                  </a:lnTo>
                  <a:lnTo>
                    <a:pt x="2462537" y="6621463"/>
                  </a:lnTo>
                  <a:lnTo>
                    <a:pt x="2456984" y="6638132"/>
                  </a:lnTo>
                  <a:lnTo>
                    <a:pt x="2450637" y="6654007"/>
                  </a:lnTo>
                  <a:lnTo>
                    <a:pt x="2444290" y="6669089"/>
                  </a:lnTo>
                  <a:lnTo>
                    <a:pt x="2436357" y="6684169"/>
                  </a:lnTo>
                  <a:lnTo>
                    <a:pt x="2427630" y="6698457"/>
                  </a:lnTo>
                  <a:lnTo>
                    <a:pt x="2417317" y="6712745"/>
                  </a:lnTo>
                  <a:lnTo>
                    <a:pt x="2407797" y="6726239"/>
                  </a:lnTo>
                  <a:lnTo>
                    <a:pt x="2397483" y="6739732"/>
                  </a:lnTo>
                  <a:lnTo>
                    <a:pt x="2387170" y="6751639"/>
                  </a:lnTo>
                  <a:lnTo>
                    <a:pt x="2374476" y="6763545"/>
                  </a:lnTo>
                  <a:lnTo>
                    <a:pt x="2362576" y="6774657"/>
                  </a:lnTo>
                  <a:lnTo>
                    <a:pt x="2349883" y="6785769"/>
                  </a:lnTo>
                  <a:lnTo>
                    <a:pt x="2336396" y="6795295"/>
                  </a:lnTo>
                  <a:lnTo>
                    <a:pt x="2322116" y="6805613"/>
                  </a:lnTo>
                  <a:lnTo>
                    <a:pt x="2307835" y="6814345"/>
                  </a:lnTo>
                  <a:lnTo>
                    <a:pt x="2292762" y="6821489"/>
                  </a:lnTo>
                  <a:lnTo>
                    <a:pt x="2276895" y="6829426"/>
                  </a:lnTo>
                  <a:lnTo>
                    <a:pt x="2261821" y="6835776"/>
                  </a:lnTo>
                  <a:lnTo>
                    <a:pt x="2245161" y="6841332"/>
                  </a:lnTo>
                  <a:lnTo>
                    <a:pt x="2228501" y="6846095"/>
                  </a:lnTo>
                  <a:lnTo>
                    <a:pt x="2212634" y="6850063"/>
                  </a:lnTo>
                  <a:lnTo>
                    <a:pt x="2194387" y="6853239"/>
                  </a:lnTo>
                  <a:lnTo>
                    <a:pt x="2176934" y="6855619"/>
                  </a:lnTo>
                  <a:lnTo>
                    <a:pt x="2159480" y="6857207"/>
                  </a:lnTo>
                  <a:lnTo>
                    <a:pt x="2141233" y="6858001"/>
                  </a:lnTo>
                  <a:lnTo>
                    <a:pt x="2125366" y="6858001"/>
                  </a:lnTo>
                  <a:lnTo>
                    <a:pt x="2108706" y="6857207"/>
                  </a:lnTo>
                  <a:lnTo>
                    <a:pt x="2093633" y="6854826"/>
                  </a:lnTo>
                  <a:lnTo>
                    <a:pt x="2078559" y="6851651"/>
                  </a:lnTo>
                  <a:lnTo>
                    <a:pt x="2062692" y="6849269"/>
                  </a:lnTo>
                  <a:lnTo>
                    <a:pt x="2047619" y="6844507"/>
                  </a:lnTo>
                  <a:lnTo>
                    <a:pt x="2033339" y="6840539"/>
                  </a:lnTo>
                  <a:lnTo>
                    <a:pt x="2019059" y="6834982"/>
                  </a:lnTo>
                  <a:lnTo>
                    <a:pt x="2004778" y="6829426"/>
                  </a:lnTo>
                  <a:lnTo>
                    <a:pt x="1991292" y="6823076"/>
                  </a:lnTo>
                  <a:lnTo>
                    <a:pt x="1977011" y="6815139"/>
                  </a:lnTo>
                  <a:lnTo>
                    <a:pt x="1964318" y="6807201"/>
                  </a:lnTo>
                  <a:lnTo>
                    <a:pt x="1951624" y="6800057"/>
                  </a:lnTo>
                  <a:lnTo>
                    <a:pt x="1939724" y="6791326"/>
                  </a:lnTo>
                  <a:lnTo>
                    <a:pt x="1927824" y="6781007"/>
                  </a:lnTo>
                  <a:lnTo>
                    <a:pt x="1915924" y="6771482"/>
                  </a:lnTo>
                  <a:lnTo>
                    <a:pt x="1904817" y="6761163"/>
                  </a:lnTo>
                  <a:lnTo>
                    <a:pt x="1894504" y="6750051"/>
                  </a:lnTo>
                  <a:lnTo>
                    <a:pt x="1884984" y="6738145"/>
                  </a:lnTo>
                  <a:lnTo>
                    <a:pt x="1875463" y="6727032"/>
                  </a:lnTo>
                  <a:lnTo>
                    <a:pt x="1865943" y="6715126"/>
                  </a:lnTo>
                  <a:lnTo>
                    <a:pt x="1857217" y="6701632"/>
                  </a:lnTo>
                  <a:lnTo>
                    <a:pt x="1850076" y="6688932"/>
                  </a:lnTo>
                  <a:lnTo>
                    <a:pt x="1842143" y="6675439"/>
                  </a:lnTo>
                  <a:lnTo>
                    <a:pt x="1835796" y="6661151"/>
                  </a:lnTo>
                  <a:lnTo>
                    <a:pt x="1830243" y="6648451"/>
                  </a:lnTo>
                  <a:lnTo>
                    <a:pt x="1824689" y="6632576"/>
                  </a:lnTo>
                  <a:lnTo>
                    <a:pt x="1819136" y="6618289"/>
                  </a:lnTo>
                  <a:lnTo>
                    <a:pt x="1814376" y="6603207"/>
                  </a:lnTo>
                  <a:lnTo>
                    <a:pt x="1811203" y="6587332"/>
                  </a:lnTo>
                  <a:lnTo>
                    <a:pt x="1808823" y="6572251"/>
                  </a:lnTo>
                  <a:lnTo>
                    <a:pt x="1807236" y="6555582"/>
                  </a:lnTo>
                  <a:lnTo>
                    <a:pt x="1547813" y="4050507"/>
                  </a:lnTo>
                  <a:lnTo>
                    <a:pt x="1288389" y="6555582"/>
                  </a:lnTo>
                  <a:lnTo>
                    <a:pt x="1286803" y="6572251"/>
                  </a:lnTo>
                  <a:lnTo>
                    <a:pt x="1282836" y="6587332"/>
                  </a:lnTo>
                  <a:lnTo>
                    <a:pt x="1279663" y="6603207"/>
                  </a:lnTo>
                  <a:lnTo>
                    <a:pt x="1275696" y="6618289"/>
                  </a:lnTo>
                  <a:lnTo>
                    <a:pt x="1270936" y="6632576"/>
                  </a:lnTo>
                  <a:lnTo>
                    <a:pt x="1265383" y="6648451"/>
                  </a:lnTo>
                  <a:lnTo>
                    <a:pt x="1259829" y="6661151"/>
                  </a:lnTo>
                  <a:lnTo>
                    <a:pt x="1252689" y="6675439"/>
                  </a:lnTo>
                  <a:lnTo>
                    <a:pt x="1245549" y="6688932"/>
                  </a:lnTo>
                  <a:lnTo>
                    <a:pt x="1238409" y="6701632"/>
                  </a:lnTo>
                  <a:lnTo>
                    <a:pt x="1229682" y="6715126"/>
                  </a:lnTo>
                  <a:lnTo>
                    <a:pt x="1220162" y="6727032"/>
                  </a:lnTo>
                  <a:lnTo>
                    <a:pt x="1210642" y="6738145"/>
                  </a:lnTo>
                  <a:lnTo>
                    <a:pt x="1201122" y="6750051"/>
                  </a:lnTo>
                  <a:lnTo>
                    <a:pt x="1190015" y="6761163"/>
                  </a:lnTo>
                  <a:lnTo>
                    <a:pt x="1178908" y="6771482"/>
                  </a:lnTo>
                  <a:lnTo>
                    <a:pt x="1167801" y="6781007"/>
                  </a:lnTo>
                  <a:lnTo>
                    <a:pt x="1155901" y="6791326"/>
                  </a:lnTo>
                  <a:lnTo>
                    <a:pt x="1144001" y="6800057"/>
                  </a:lnTo>
                  <a:lnTo>
                    <a:pt x="1130514" y="6807201"/>
                  </a:lnTo>
                  <a:lnTo>
                    <a:pt x="1117027" y="6815139"/>
                  </a:lnTo>
                  <a:lnTo>
                    <a:pt x="1104334" y="6823076"/>
                  </a:lnTo>
                  <a:lnTo>
                    <a:pt x="1090847" y="6829426"/>
                  </a:lnTo>
                  <a:lnTo>
                    <a:pt x="1076567" y="6834982"/>
                  </a:lnTo>
                  <a:lnTo>
                    <a:pt x="1062287" y="6840539"/>
                  </a:lnTo>
                  <a:lnTo>
                    <a:pt x="1047213" y="6844507"/>
                  </a:lnTo>
                  <a:lnTo>
                    <a:pt x="1032933" y="6849269"/>
                  </a:lnTo>
                  <a:lnTo>
                    <a:pt x="1017066" y="6851651"/>
                  </a:lnTo>
                  <a:lnTo>
                    <a:pt x="1001993" y="6854826"/>
                  </a:lnTo>
                  <a:lnTo>
                    <a:pt x="985332" y="6857207"/>
                  </a:lnTo>
                  <a:lnTo>
                    <a:pt x="970259" y="6858001"/>
                  </a:lnTo>
                  <a:lnTo>
                    <a:pt x="953599" y="6858001"/>
                  </a:lnTo>
                  <a:lnTo>
                    <a:pt x="936145" y="6857207"/>
                  </a:lnTo>
                  <a:lnTo>
                    <a:pt x="918691" y="6855619"/>
                  </a:lnTo>
                  <a:lnTo>
                    <a:pt x="901238" y="6853239"/>
                  </a:lnTo>
                  <a:lnTo>
                    <a:pt x="882991" y="6850063"/>
                  </a:lnTo>
                  <a:lnTo>
                    <a:pt x="867124" y="6846095"/>
                  </a:lnTo>
                  <a:lnTo>
                    <a:pt x="850464" y="6841332"/>
                  </a:lnTo>
                  <a:lnTo>
                    <a:pt x="833804" y="6835776"/>
                  </a:lnTo>
                  <a:lnTo>
                    <a:pt x="817143" y="6829426"/>
                  </a:lnTo>
                  <a:lnTo>
                    <a:pt x="802070" y="6821489"/>
                  </a:lnTo>
                  <a:lnTo>
                    <a:pt x="787790" y="6814345"/>
                  </a:lnTo>
                  <a:lnTo>
                    <a:pt x="773509" y="6805613"/>
                  </a:lnTo>
                  <a:lnTo>
                    <a:pt x="759229" y="6795295"/>
                  </a:lnTo>
                  <a:lnTo>
                    <a:pt x="745742" y="6785769"/>
                  </a:lnTo>
                  <a:lnTo>
                    <a:pt x="733049" y="6774657"/>
                  </a:lnTo>
                  <a:lnTo>
                    <a:pt x="721149" y="6763545"/>
                  </a:lnTo>
                  <a:lnTo>
                    <a:pt x="708455" y="6751639"/>
                  </a:lnTo>
                  <a:lnTo>
                    <a:pt x="698142" y="6739732"/>
                  </a:lnTo>
                  <a:lnTo>
                    <a:pt x="687035" y="6726239"/>
                  </a:lnTo>
                  <a:lnTo>
                    <a:pt x="676722" y="6712745"/>
                  </a:lnTo>
                  <a:lnTo>
                    <a:pt x="667995" y="6698457"/>
                  </a:lnTo>
                  <a:lnTo>
                    <a:pt x="659268" y="6684169"/>
                  </a:lnTo>
                  <a:lnTo>
                    <a:pt x="651335" y="6669089"/>
                  </a:lnTo>
                  <a:lnTo>
                    <a:pt x="644988" y="6654007"/>
                  </a:lnTo>
                  <a:lnTo>
                    <a:pt x="638641" y="6638132"/>
                  </a:lnTo>
                  <a:lnTo>
                    <a:pt x="633088" y="6621463"/>
                  </a:lnTo>
                  <a:lnTo>
                    <a:pt x="628328" y="6605589"/>
                  </a:lnTo>
                  <a:lnTo>
                    <a:pt x="624361" y="6588919"/>
                  </a:lnTo>
                  <a:lnTo>
                    <a:pt x="621188" y="6571457"/>
                  </a:lnTo>
                  <a:lnTo>
                    <a:pt x="619601" y="6553995"/>
                  </a:lnTo>
                  <a:lnTo>
                    <a:pt x="617221" y="6535739"/>
                  </a:lnTo>
                  <a:lnTo>
                    <a:pt x="617221" y="6518276"/>
                  </a:lnTo>
                  <a:lnTo>
                    <a:pt x="618808" y="6500019"/>
                  </a:lnTo>
                  <a:lnTo>
                    <a:pt x="792550" y="3769520"/>
                  </a:lnTo>
                  <a:lnTo>
                    <a:pt x="795723" y="3712370"/>
                  </a:lnTo>
                  <a:lnTo>
                    <a:pt x="796516" y="3654426"/>
                  </a:lnTo>
                  <a:lnTo>
                    <a:pt x="796516" y="3597276"/>
                  </a:lnTo>
                  <a:lnTo>
                    <a:pt x="795723" y="3538538"/>
                  </a:lnTo>
                  <a:lnTo>
                    <a:pt x="769543" y="2702720"/>
                  </a:lnTo>
                  <a:lnTo>
                    <a:pt x="530746" y="4015582"/>
                  </a:lnTo>
                  <a:lnTo>
                    <a:pt x="527573" y="4029870"/>
                  </a:lnTo>
                  <a:lnTo>
                    <a:pt x="524400" y="4044157"/>
                  </a:lnTo>
                  <a:lnTo>
                    <a:pt x="519640" y="4057651"/>
                  </a:lnTo>
                  <a:lnTo>
                    <a:pt x="514086" y="4070351"/>
                  </a:lnTo>
                  <a:lnTo>
                    <a:pt x="508533" y="4083845"/>
                  </a:lnTo>
                  <a:lnTo>
                    <a:pt x="502186" y="4095751"/>
                  </a:lnTo>
                  <a:lnTo>
                    <a:pt x="495839" y="4107657"/>
                  </a:lnTo>
                  <a:lnTo>
                    <a:pt x="487906" y="4120357"/>
                  </a:lnTo>
                  <a:lnTo>
                    <a:pt x="479179" y="4130676"/>
                  </a:lnTo>
                  <a:lnTo>
                    <a:pt x="471246" y="4140995"/>
                  </a:lnTo>
                  <a:lnTo>
                    <a:pt x="461726" y="4152107"/>
                  </a:lnTo>
                  <a:lnTo>
                    <a:pt x="452999" y="4160838"/>
                  </a:lnTo>
                  <a:lnTo>
                    <a:pt x="441892" y="4170363"/>
                  </a:lnTo>
                  <a:lnTo>
                    <a:pt x="432372" y="4179095"/>
                  </a:lnTo>
                  <a:lnTo>
                    <a:pt x="421265" y="4187032"/>
                  </a:lnTo>
                  <a:lnTo>
                    <a:pt x="410158" y="4194970"/>
                  </a:lnTo>
                  <a:lnTo>
                    <a:pt x="398258" y="4201320"/>
                  </a:lnTo>
                  <a:lnTo>
                    <a:pt x="385565" y="4207670"/>
                  </a:lnTo>
                  <a:lnTo>
                    <a:pt x="373665" y="4213226"/>
                  </a:lnTo>
                  <a:lnTo>
                    <a:pt x="360971" y="4218782"/>
                  </a:lnTo>
                  <a:lnTo>
                    <a:pt x="348278" y="4223545"/>
                  </a:lnTo>
                  <a:lnTo>
                    <a:pt x="335584" y="4226720"/>
                  </a:lnTo>
                  <a:lnTo>
                    <a:pt x="322097" y="4229895"/>
                  </a:lnTo>
                  <a:lnTo>
                    <a:pt x="307817" y="4232276"/>
                  </a:lnTo>
                  <a:lnTo>
                    <a:pt x="294330" y="4234657"/>
                  </a:lnTo>
                  <a:lnTo>
                    <a:pt x="280050" y="4235451"/>
                  </a:lnTo>
                  <a:lnTo>
                    <a:pt x="267357" y="4235451"/>
                  </a:lnTo>
                  <a:lnTo>
                    <a:pt x="253076" y="4235451"/>
                  </a:lnTo>
                  <a:lnTo>
                    <a:pt x="238796" y="4234657"/>
                  </a:lnTo>
                  <a:lnTo>
                    <a:pt x="224516" y="4232276"/>
                  </a:lnTo>
                  <a:lnTo>
                    <a:pt x="210236" y="4229101"/>
                  </a:lnTo>
                  <a:lnTo>
                    <a:pt x="195956" y="4225926"/>
                  </a:lnTo>
                  <a:lnTo>
                    <a:pt x="171362" y="4217988"/>
                  </a:lnTo>
                  <a:lnTo>
                    <a:pt x="148355" y="4207670"/>
                  </a:lnTo>
                  <a:lnTo>
                    <a:pt x="127728" y="4195763"/>
                  </a:lnTo>
                  <a:lnTo>
                    <a:pt x="107101" y="4183063"/>
                  </a:lnTo>
                  <a:lnTo>
                    <a:pt x="88061" y="4167188"/>
                  </a:lnTo>
                  <a:lnTo>
                    <a:pt x="71401" y="4149726"/>
                  </a:lnTo>
                  <a:lnTo>
                    <a:pt x="56327" y="4132263"/>
                  </a:lnTo>
                  <a:lnTo>
                    <a:pt x="42047" y="4112420"/>
                  </a:lnTo>
                  <a:lnTo>
                    <a:pt x="30147" y="4091782"/>
                  </a:lnTo>
                  <a:lnTo>
                    <a:pt x="19834" y="4069557"/>
                  </a:lnTo>
                  <a:lnTo>
                    <a:pt x="12693" y="4047332"/>
                  </a:lnTo>
                  <a:lnTo>
                    <a:pt x="5553" y="4023520"/>
                  </a:lnTo>
                  <a:lnTo>
                    <a:pt x="1587" y="4000501"/>
                  </a:lnTo>
                  <a:lnTo>
                    <a:pt x="0" y="3975101"/>
                  </a:lnTo>
                  <a:lnTo>
                    <a:pt x="0" y="3950495"/>
                  </a:lnTo>
                  <a:lnTo>
                    <a:pt x="3967" y="3925888"/>
                  </a:lnTo>
                  <a:lnTo>
                    <a:pt x="322891" y="1942307"/>
                  </a:lnTo>
                  <a:lnTo>
                    <a:pt x="327651" y="1919288"/>
                  </a:lnTo>
                  <a:lnTo>
                    <a:pt x="332411" y="1895476"/>
                  </a:lnTo>
                  <a:lnTo>
                    <a:pt x="338757" y="1872457"/>
                  </a:lnTo>
                  <a:lnTo>
                    <a:pt x="345104" y="1850232"/>
                  </a:lnTo>
                  <a:lnTo>
                    <a:pt x="353038" y="1827213"/>
                  </a:lnTo>
                  <a:lnTo>
                    <a:pt x="361764" y="1804988"/>
                  </a:lnTo>
                  <a:lnTo>
                    <a:pt x="370491" y="1784351"/>
                  </a:lnTo>
                  <a:lnTo>
                    <a:pt x="381598" y="1763713"/>
                  </a:lnTo>
                  <a:lnTo>
                    <a:pt x="391118" y="1742282"/>
                  </a:lnTo>
                  <a:lnTo>
                    <a:pt x="403812" y="1721645"/>
                  </a:lnTo>
                  <a:lnTo>
                    <a:pt x="415712" y="1701801"/>
                  </a:lnTo>
                  <a:lnTo>
                    <a:pt x="428405" y="1683545"/>
                  </a:lnTo>
                  <a:lnTo>
                    <a:pt x="441892" y="1664495"/>
                  </a:lnTo>
                  <a:lnTo>
                    <a:pt x="456172" y="1645445"/>
                  </a:lnTo>
                  <a:lnTo>
                    <a:pt x="471246" y="1627982"/>
                  </a:lnTo>
                  <a:lnTo>
                    <a:pt x="487113" y="1612107"/>
                  </a:lnTo>
                  <a:lnTo>
                    <a:pt x="502979" y="1595438"/>
                  </a:lnTo>
                  <a:lnTo>
                    <a:pt x="519640" y="1578770"/>
                  </a:lnTo>
                  <a:lnTo>
                    <a:pt x="537093" y="1564482"/>
                  </a:lnTo>
                  <a:lnTo>
                    <a:pt x="555340" y="1549401"/>
                  </a:lnTo>
                  <a:lnTo>
                    <a:pt x="573587" y="1535907"/>
                  </a:lnTo>
                  <a:lnTo>
                    <a:pt x="593421" y="1522413"/>
                  </a:lnTo>
                  <a:lnTo>
                    <a:pt x="612461" y="1509713"/>
                  </a:lnTo>
                  <a:lnTo>
                    <a:pt x="633088" y="1497807"/>
                  </a:lnTo>
                  <a:lnTo>
                    <a:pt x="652921" y="1486695"/>
                  </a:lnTo>
                  <a:lnTo>
                    <a:pt x="673548" y="1476376"/>
                  </a:lnTo>
                  <a:lnTo>
                    <a:pt x="695762" y="1466851"/>
                  </a:lnTo>
                  <a:lnTo>
                    <a:pt x="717182" y="1458120"/>
                  </a:lnTo>
                  <a:lnTo>
                    <a:pt x="739396" y="1450182"/>
                  </a:lnTo>
                  <a:lnTo>
                    <a:pt x="762403" y="1442244"/>
                  </a:lnTo>
                  <a:lnTo>
                    <a:pt x="785410" y="1435894"/>
                  </a:lnTo>
                  <a:lnTo>
                    <a:pt x="808417" y="1430338"/>
                  </a:lnTo>
                  <a:close/>
                  <a:moveTo>
                    <a:pt x="1547137" y="0"/>
                  </a:moveTo>
                  <a:cubicBezTo>
                    <a:pt x="1878176" y="0"/>
                    <a:pt x="2146537" y="268361"/>
                    <a:pt x="2146537" y="599400"/>
                  </a:cubicBezTo>
                  <a:cubicBezTo>
                    <a:pt x="2146537" y="930439"/>
                    <a:pt x="1878176" y="1198800"/>
                    <a:pt x="1547137" y="1198800"/>
                  </a:cubicBezTo>
                  <a:cubicBezTo>
                    <a:pt x="1216098" y="1198800"/>
                    <a:pt x="947737" y="930439"/>
                    <a:pt x="947737" y="599400"/>
                  </a:cubicBezTo>
                  <a:cubicBezTo>
                    <a:pt x="947737" y="268361"/>
                    <a:pt x="1216098" y="0"/>
                    <a:pt x="154713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矩形 36"/>
          <p:cNvSpPr/>
          <p:nvPr/>
        </p:nvSpPr>
        <p:spPr>
          <a:xfrm>
            <a:off x="1543745" y="1764564"/>
            <a:ext cx="2832100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TW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客製化系統開發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TW" altLang="en-US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依企業流程量身打造管理系統</a:t>
            </a:r>
            <a:endParaRPr lang="en-US" altLang="zh-CN" sz="1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543745" y="3382305"/>
            <a:ext cx="28321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TW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雲端系統建置及託管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TW" altLang="en-US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協助客戶將系統架設於雲端平台，提供</a:t>
            </a:r>
            <a:r>
              <a:rPr lang="en-US" altLang="zh-TW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7*24</a:t>
            </a:r>
            <a:r>
              <a:rPr lang="zh-TW" altLang="en-US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的不間斷服務運行</a:t>
            </a:r>
            <a:endParaRPr lang="en-US" altLang="zh-CN" sz="1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543745" y="5000045"/>
            <a:ext cx="28321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TW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系統重構與優化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TW" altLang="en-US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對舊有專案進行程式碼重構、安全性強化、效能改善</a:t>
            </a:r>
            <a:endParaRPr lang="en-US" altLang="zh-CN" sz="1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853845" y="1764564"/>
            <a:ext cx="279333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 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與系統整合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整合第三方服務（如金流、物流、</a:t>
            </a:r>
            <a:r>
              <a:rPr lang="en-US" altLang="zh-CN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lang="zh-CN" altLang="en-US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Telegram</a:t>
            </a:r>
            <a:r>
              <a:rPr lang="zh-CN" altLang="en-US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</a:t>
            </a:r>
            <a:r>
              <a:rPr lang="zh-CN" altLang="en-US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等）</a:t>
            </a:r>
            <a:endParaRPr lang="en-US" altLang="zh-CN" sz="1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853845" y="3382305"/>
            <a:ext cx="2793339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zh-TW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系統分析與需求評估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zh-TW" altLang="en-US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協助客戶釐清需求、製作規格文件與架構設計</a:t>
            </a:r>
            <a:endParaRPr lang="en-US" altLang="zh-CN" sz="1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53289" y="5000045"/>
            <a:ext cx="2993896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zh-TW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專案維護與技術支援</a:t>
            </a:r>
            <a:endParaRPr lang="en-US" altLang="zh-CN" sz="1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zh-TW" altLang="en-US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 </a:t>
            </a:r>
            <a:r>
              <a:rPr lang="en-US" altLang="zh-TW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bug </a:t>
            </a:r>
            <a:r>
              <a:rPr lang="zh-TW" altLang="en-US" sz="1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修正、功能追加、技術顧問、運維服務</a:t>
            </a:r>
            <a:endParaRPr lang="en-US" altLang="zh-CN" sz="1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合 47"/>
          <p:cNvGrpSpPr/>
          <p:nvPr/>
        </p:nvGrpSpPr>
        <p:grpSpPr>
          <a:xfrm>
            <a:off x="769156" y="1878864"/>
            <a:ext cx="648000" cy="648000"/>
            <a:chOff x="769156" y="1878864"/>
            <a:chExt cx="648000" cy="648000"/>
          </a:xfrm>
        </p:grpSpPr>
        <p:sp>
          <p:nvSpPr>
            <p:cNvPr id="44" name="椭圆 25"/>
            <p:cNvSpPr/>
            <p:nvPr/>
          </p:nvSpPr>
          <p:spPr>
            <a:xfrm>
              <a:off x="769156" y="1878864"/>
              <a:ext cx="648000" cy="648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Freeform 70"/>
            <p:cNvSpPr>
              <a:spLocks noEditPoints="1"/>
            </p:cNvSpPr>
            <p:nvPr/>
          </p:nvSpPr>
          <p:spPr bwMode="auto">
            <a:xfrm>
              <a:off x="931231" y="2040939"/>
              <a:ext cx="323850" cy="323850"/>
            </a:xfrm>
            <a:custGeom>
              <a:avLst/>
              <a:gdLst>
                <a:gd name="T0" fmla="*/ 255 w 1019"/>
                <a:gd name="T1" fmla="*/ 21 h 1018"/>
                <a:gd name="T2" fmla="*/ 224 w 1019"/>
                <a:gd name="T3" fmla="*/ 748 h 1018"/>
                <a:gd name="T4" fmla="*/ 201 w 1019"/>
                <a:gd name="T5" fmla="*/ 763 h 1018"/>
                <a:gd name="T6" fmla="*/ 182 w 1019"/>
                <a:gd name="T7" fmla="*/ 264 h 1018"/>
                <a:gd name="T8" fmla="*/ 63 w 1019"/>
                <a:gd name="T9" fmla="*/ 260 h 1018"/>
                <a:gd name="T10" fmla="*/ 5 w 1019"/>
                <a:gd name="T11" fmla="*/ 320 h 1018"/>
                <a:gd name="T12" fmla="*/ 20 w 1019"/>
                <a:gd name="T13" fmla="*/ 934 h 1018"/>
                <a:gd name="T14" fmla="*/ 143 w 1019"/>
                <a:gd name="T15" fmla="*/ 1017 h 1018"/>
                <a:gd name="T16" fmla="*/ 907 w 1019"/>
                <a:gd name="T17" fmla="*/ 1011 h 1018"/>
                <a:gd name="T18" fmla="*/ 1011 w 1019"/>
                <a:gd name="T19" fmla="*/ 907 h 1018"/>
                <a:gd name="T20" fmla="*/ 1008 w 1019"/>
                <a:gd name="T21" fmla="*/ 48 h 1018"/>
                <a:gd name="T22" fmla="*/ 940 w 1019"/>
                <a:gd name="T23" fmla="*/ 1 h 1018"/>
                <a:gd name="T24" fmla="*/ 938 w 1019"/>
                <a:gd name="T25" fmla="*/ 913 h 1018"/>
                <a:gd name="T26" fmla="*/ 860 w 1019"/>
                <a:gd name="T27" fmla="*/ 955 h 1018"/>
                <a:gd name="T28" fmla="*/ 99 w 1019"/>
                <a:gd name="T29" fmla="*/ 932 h 1018"/>
                <a:gd name="T30" fmla="*/ 65 w 1019"/>
                <a:gd name="T31" fmla="*/ 346 h 1018"/>
                <a:gd name="T32" fmla="*/ 128 w 1019"/>
                <a:gd name="T33" fmla="*/ 319 h 1018"/>
                <a:gd name="T34" fmla="*/ 152 w 1019"/>
                <a:gd name="T35" fmla="*/ 804 h 1018"/>
                <a:gd name="T36" fmla="*/ 215 w 1019"/>
                <a:gd name="T37" fmla="*/ 827 h 1018"/>
                <a:gd name="T38" fmla="*/ 277 w 1019"/>
                <a:gd name="T39" fmla="*/ 785 h 1018"/>
                <a:gd name="T40" fmla="*/ 291 w 1019"/>
                <a:gd name="T41" fmla="*/ 76 h 1018"/>
                <a:gd name="T42" fmla="*/ 945 w 1019"/>
                <a:gd name="T43" fmla="*/ 69 h 1018"/>
                <a:gd name="T44" fmla="*/ 394 w 1019"/>
                <a:gd name="T45" fmla="*/ 443 h 1018"/>
                <a:gd name="T46" fmla="*/ 518 w 1019"/>
                <a:gd name="T47" fmla="*/ 436 h 1018"/>
                <a:gd name="T48" fmla="*/ 541 w 1019"/>
                <a:gd name="T49" fmla="*/ 445 h 1018"/>
                <a:gd name="T50" fmla="*/ 555 w 1019"/>
                <a:gd name="T51" fmla="*/ 442 h 1018"/>
                <a:gd name="T52" fmla="*/ 571 w 1019"/>
                <a:gd name="T53" fmla="*/ 424 h 1018"/>
                <a:gd name="T54" fmla="*/ 559 w 1019"/>
                <a:gd name="T55" fmla="*/ 133 h 1018"/>
                <a:gd name="T56" fmla="*/ 512 w 1019"/>
                <a:gd name="T57" fmla="*/ 147 h 1018"/>
                <a:gd name="T58" fmla="*/ 397 w 1019"/>
                <a:gd name="T59" fmla="*/ 132 h 1018"/>
                <a:gd name="T60" fmla="*/ 374 w 1019"/>
                <a:gd name="T61" fmla="*/ 130 h 1018"/>
                <a:gd name="T62" fmla="*/ 354 w 1019"/>
                <a:gd name="T63" fmla="*/ 145 h 1018"/>
                <a:gd name="T64" fmla="*/ 353 w 1019"/>
                <a:gd name="T65" fmla="*/ 426 h 1018"/>
                <a:gd name="T66" fmla="*/ 891 w 1019"/>
                <a:gd name="T67" fmla="*/ 668 h 1018"/>
                <a:gd name="T68" fmla="*/ 642 w 1019"/>
                <a:gd name="T69" fmla="*/ 142 h 1018"/>
                <a:gd name="T70" fmla="*/ 656 w 1019"/>
                <a:gd name="T71" fmla="*/ 189 h 1018"/>
                <a:gd name="T72" fmla="*/ 889 w 1019"/>
                <a:gd name="T73" fmla="*/ 172 h 1018"/>
                <a:gd name="T74" fmla="*/ 866 w 1019"/>
                <a:gd name="T75" fmla="*/ 129 h 1018"/>
                <a:gd name="T76" fmla="*/ 642 w 1019"/>
                <a:gd name="T77" fmla="*/ 269 h 1018"/>
                <a:gd name="T78" fmla="*/ 656 w 1019"/>
                <a:gd name="T79" fmla="*/ 316 h 1018"/>
                <a:gd name="T80" fmla="*/ 889 w 1019"/>
                <a:gd name="T81" fmla="*/ 299 h 1018"/>
                <a:gd name="T82" fmla="*/ 866 w 1019"/>
                <a:gd name="T83" fmla="*/ 255 h 1018"/>
                <a:gd name="T84" fmla="*/ 642 w 1019"/>
                <a:gd name="T85" fmla="*/ 396 h 1018"/>
                <a:gd name="T86" fmla="*/ 656 w 1019"/>
                <a:gd name="T87" fmla="*/ 443 h 1018"/>
                <a:gd name="T88" fmla="*/ 889 w 1019"/>
                <a:gd name="T89" fmla="*/ 426 h 1018"/>
                <a:gd name="T90" fmla="*/ 866 w 1019"/>
                <a:gd name="T91" fmla="*/ 383 h 1018"/>
                <a:gd name="T92" fmla="*/ 356 w 1019"/>
                <a:gd name="T93" fmla="*/ 682 h 1018"/>
                <a:gd name="T94" fmla="*/ 369 w 1019"/>
                <a:gd name="T95" fmla="*/ 729 h 1018"/>
                <a:gd name="T96" fmla="*/ 570 w 1019"/>
                <a:gd name="T97" fmla="*/ 712 h 1018"/>
                <a:gd name="T98" fmla="*/ 548 w 1019"/>
                <a:gd name="T99" fmla="*/ 669 h 1018"/>
                <a:gd name="T100" fmla="*/ 356 w 1019"/>
                <a:gd name="T101" fmla="*/ 810 h 1018"/>
                <a:gd name="T102" fmla="*/ 369 w 1019"/>
                <a:gd name="T103" fmla="*/ 857 h 1018"/>
                <a:gd name="T104" fmla="*/ 570 w 1019"/>
                <a:gd name="T105" fmla="*/ 840 h 1018"/>
                <a:gd name="T106" fmla="*/ 548 w 1019"/>
                <a:gd name="T107" fmla="*/ 796 h 1018"/>
                <a:gd name="T108" fmla="*/ 356 w 1019"/>
                <a:gd name="T109" fmla="*/ 523 h 1018"/>
                <a:gd name="T110" fmla="*/ 364 w 1019"/>
                <a:gd name="T111" fmla="*/ 600 h 1018"/>
                <a:gd name="T112" fmla="*/ 886 w 1019"/>
                <a:gd name="T113" fmla="*/ 591 h 1018"/>
                <a:gd name="T114" fmla="*/ 877 w 1019"/>
                <a:gd name="T115" fmla="*/ 515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19" h="1018">
                  <a:moveTo>
                    <a:pt x="931" y="0"/>
                  </a:moveTo>
                  <a:lnTo>
                    <a:pt x="310" y="0"/>
                  </a:lnTo>
                  <a:lnTo>
                    <a:pt x="310" y="0"/>
                  </a:lnTo>
                  <a:lnTo>
                    <a:pt x="302" y="1"/>
                  </a:lnTo>
                  <a:lnTo>
                    <a:pt x="293" y="2"/>
                  </a:lnTo>
                  <a:lnTo>
                    <a:pt x="285" y="4"/>
                  </a:lnTo>
                  <a:lnTo>
                    <a:pt x="277" y="7"/>
                  </a:lnTo>
                  <a:lnTo>
                    <a:pt x="269" y="12"/>
                  </a:lnTo>
                  <a:lnTo>
                    <a:pt x="262" y="16"/>
                  </a:lnTo>
                  <a:lnTo>
                    <a:pt x="255" y="21"/>
                  </a:lnTo>
                  <a:lnTo>
                    <a:pt x="249" y="27"/>
                  </a:lnTo>
                  <a:lnTo>
                    <a:pt x="243" y="34"/>
                  </a:lnTo>
                  <a:lnTo>
                    <a:pt x="239" y="41"/>
                  </a:lnTo>
                  <a:lnTo>
                    <a:pt x="234" y="48"/>
                  </a:lnTo>
                  <a:lnTo>
                    <a:pt x="230" y="57"/>
                  </a:lnTo>
                  <a:lnTo>
                    <a:pt x="227" y="64"/>
                  </a:lnTo>
                  <a:lnTo>
                    <a:pt x="225" y="74"/>
                  </a:lnTo>
                  <a:lnTo>
                    <a:pt x="224" y="83"/>
                  </a:lnTo>
                  <a:lnTo>
                    <a:pt x="224" y="92"/>
                  </a:lnTo>
                  <a:lnTo>
                    <a:pt x="224" y="748"/>
                  </a:lnTo>
                  <a:lnTo>
                    <a:pt x="224" y="748"/>
                  </a:lnTo>
                  <a:lnTo>
                    <a:pt x="222" y="751"/>
                  </a:lnTo>
                  <a:lnTo>
                    <a:pt x="222" y="754"/>
                  </a:lnTo>
                  <a:lnTo>
                    <a:pt x="218" y="760"/>
                  </a:lnTo>
                  <a:lnTo>
                    <a:pt x="214" y="763"/>
                  </a:lnTo>
                  <a:lnTo>
                    <a:pt x="211" y="764"/>
                  </a:lnTo>
                  <a:lnTo>
                    <a:pt x="207" y="764"/>
                  </a:lnTo>
                  <a:lnTo>
                    <a:pt x="207" y="764"/>
                  </a:lnTo>
                  <a:lnTo>
                    <a:pt x="204" y="764"/>
                  </a:lnTo>
                  <a:lnTo>
                    <a:pt x="201" y="763"/>
                  </a:lnTo>
                  <a:lnTo>
                    <a:pt x="196" y="760"/>
                  </a:lnTo>
                  <a:lnTo>
                    <a:pt x="192" y="754"/>
                  </a:lnTo>
                  <a:lnTo>
                    <a:pt x="191" y="751"/>
                  </a:lnTo>
                  <a:lnTo>
                    <a:pt x="191" y="748"/>
                  </a:lnTo>
                  <a:lnTo>
                    <a:pt x="191" y="286"/>
                  </a:lnTo>
                  <a:lnTo>
                    <a:pt x="191" y="286"/>
                  </a:lnTo>
                  <a:lnTo>
                    <a:pt x="190" y="280"/>
                  </a:lnTo>
                  <a:lnTo>
                    <a:pt x="189" y="275"/>
                  </a:lnTo>
                  <a:lnTo>
                    <a:pt x="186" y="268"/>
                  </a:lnTo>
                  <a:lnTo>
                    <a:pt x="182" y="264"/>
                  </a:lnTo>
                  <a:lnTo>
                    <a:pt x="177" y="260"/>
                  </a:lnTo>
                  <a:lnTo>
                    <a:pt x="172" y="257"/>
                  </a:lnTo>
                  <a:lnTo>
                    <a:pt x="166" y="255"/>
                  </a:lnTo>
                  <a:lnTo>
                    <a:pt x="159" y="255"/>
                  </a:lnTo>
                  <a:lnTo>
                    <a:pt x="159" y="255"/>
                  </a:lnTo>
                  <a:lnTo>
                    <a:pt x="88" y="255"/>
                  </a:lnTo>
                  <a:lnTo>
                    <a:pt x="88" y="255"/>
                  </a:lnTo>
                  <a:lnTo>
                    <a:pt x="79" y="255"/>
                  </a:lnTo>
                  <a:lnTo>
                    <a:pt x="70" y="256"/>
                  </a:lnTo>
                  <a:lnTo>
                    <a:pt x="63" y="260"/>
                  </a:lnTo>
                  <a:lnTo>
                    <a:pt x="54" y="262"/>
                  </a:lnTo>
                  <a:lnTo>
                    <a:pt x="47" y="266"/>
                  </a:lnTo>
                  <a:lnTo>
                    <a:pt x="39" y="270"/>
                  </a:lnTo>
                  <a:lnTo>
                    <a:pt x="33" y="276"/>
                  </a:lnTo>
                  <a:lnTo>
                    <a:pt x="26" y="282"/>
                  </a:lnTo>
                  <a:lnTo>
                    <a:pt x="21" y="289"/>
                  </a:lnTo>
                  <a:lnTo>
                    <a:pt x="15" y="295"/>
                  </a:lnTo>
                  <a:lnTo>
                    <a:pt x="11" y="302"/>
                  </a:lnTo>
                  <a:lnTo>
                    <a:pt x="8" y="311"/>
                  </a:lnTo>
                  <a:lnTo>
                    <a:pt x="5" y="320"/>
                  </a:lnTo>
                  <a:lnTo>
                    <a:pt x="3" y="328"/>
                  </a:lnTo>
                  <a:lnTo>
                    <a:pt x="1" y="337"/>
                  </a:lnTo>
                  <a:lnTo>
                    <a:pt x="0" y="346"/>
                  </a:lnTo>
                  <a:lnTo>
                    <a:pt x="0" y="859"/>
                  </a:lnTo>
                  <a:lnTo>
                    <a:pt x="0" y="859"/>
                  </a:lnTo>
                  <a:lnTo>
                    <a:pt x="1" y="875"/>
                  </a:lnTo>
                  <a:lnTo>
                    <a:pt x="4" y="891"/>
                  </a:lnTo>
                  <a:lnTo>
                    <a:pt x="8" y="907"/>
                  </a:lnTo>
                  <a:lnTo>
                    <a:pt x="13" y="920"/>
                  </a:lnTo>
                  <a:lnTo>
                    <a:pt x="20" y="934"/>
                  </a:lnTo>
                  <a:lnTo>
                    <a:pt x="28" y="948"/>
                  </a:lnTo>
                  <a:lnTo>
                    <a:pt x="37" y="960"/>
                  </a:lnTo>
                  <a:lnTo>
                    <a:pt x="48" y="972"/>
                  </a:lnTo>
                  <a:lnTo>
                    <a:pt x="58" y="982"/>
                  </a:lnTo>
                  <a:lnTo>
                    <a:pt x="71" y="991"/>
                  </a:lnTo>
                  <a:lnTo>
                    <a:pt x="84" y="999"/>
                  </a:lnTo>
                  <a:lnTo>
                    <a:pt x="98" y="1005"/>
                  </a:lnTo>
                  <a:lnTo>
                    <a:pt x="112" y="1011"/>
                  </a:lnTo>
                  <a:lnTo>
                    <a:pt x="128" y="1015"/>
                  </a:lnTo>
                  <a:lnTo>
                    <a:pt x="143" y="1017"/>
                  </a:lnTo>
                  <a:lnTo>
                    <a:pt x="159" y="1018"/>
                  </a:lnTo>
                  <a:lnTo>
                    <a:pt x="159" y="1017"/>
                  </a:lnTo>
                  <a:lnTo>
                    <a:pt x="159" y="1017"/>
                  </a:lnTo>
                  <a:lnTo>
                    <a:pt x="174" y="1018"/>
                  </a:lnTo>
                  <a:lnTo>
                    <a:pt x="189" y="1018"/>
                  </a:lnTo>
                  <a:lnTo>
                    <a:pt x="860" y="1018"/>
                  </a:lnTo>
                  <a:lnTo>
                    <a:pt x="860" y="1018"/>
                  </a:lnTo>
                  <a:lnTo>
                    <a:pt x="876" y="1017"/>
                  </a:lnTo>
                  <a:lnTo>
                    <a:pt x="891" y="1015"/>
                  </a:lnTo>
                  <a:lnTo>
                    <a:pt x="907" y="1011"/>
                  </a:lnTo>
                  <a:lnTo>
                    <a:pt x="921" y="1005"/>
                  </a:lnTo>
                  <a:lnTo>
                    <a:pt x="935" y="999"/>
                  </a:lnTo>
                  <a:lnTo>
                    <a:pt x="948" y="991"/>
                  </a:lnTo>
                  <a:lnTo>
                    <a:pt x="961" y="982"/>
                  </a:lnTo>
                  <a:lnTo>
                    <a:pt x="971" y="972"/>
                  </a:lnTo>
                  <a:lnTo>
                    <a:pt x="982" y="960"/>
                  </a:lnTo>
                  <a:lnTo>
                    <a:pt x="991" y="948"/>
                  </a:lnTo>
                  <a:lnTo>
                    <a:pt x="999" y="934"/>
                  </a:lnTo>
                  <a:lnTo>
                    <a:pt x="1006" y="920"/>
                  </a:lnTo>
                  <a:lnTo>
                    <a:pt x="1011" y="907"/>
                  </a:lnTo>
                  <a:lnTo>
                    <a:pt x="1015" y="891"/>
                  </a:lnTo>
                  <a:lnTo>
                    <a:pt x="1018" y="875"/>
                  </a:lnTo>
                  <a:lnTo>
                    <a:pt x="1019" y="859"/>
                  </a:lnTo>
                  <a:lnTo>
                    <a:pt x="1019" y="92"/>
                  </a:lnTo>
                  <a:lnTo>
                    <a:pt x="1019" y="92"/>
                  </a:lnTo>
                  <a:lnTo>
                    <a:pt x="1018" y="83"/>
                  </a:lnTo>
                  <a:lnTo>
                    <a:pt x="1016" y="74"/>
                  </a:lnTo>
                  <a:lnTo>
                    <a:pt x="1014" y="64"/>
                  </a:lnTo>
                  <a:lnTo>
                    <a:pt x="1011" y="57"/>
                  </a:lnTo>
                  <a:lnTo>
                    <a:pt x="1008" y="48"/>
                  </a:lnTo>
                  <a:lnTo>
                    <a:pt x="1004" y="41"/>
                  </a:lnTo>
                  <a:lnTo>
                    <a:pt x="998" y="34"/>
                  </a:lnTo>
                  <a:lnTo>
                    <a:pt x="993" y="27"/>
                  </a:lnTo>
                  <a:lnTo>
                    <a:pt x="986" y="21"/>
                  </a:lnTo>
                  <a:lnTo>
                    <a:pt x="980" y="16"/>
                  </a:lnTo>
                  <a:lnTo>
                    <a:pt x="972" y="12"/>
                  </a:lnTo>
                  <a:lnTo>
                    <a:pt x="965" y="7"/>
                  </a:lnTo>
                  <a:lnTo>
                    <a:pt x="956" y="4"/>
                  </a:lnTo>
                  <a:lnTo>
                    <a:pt x="949" y="2"/>
                  </a:lnTo>
                  <a:lnTo>
                    <a:pt x="940" y="1"/>
                  </a:lnTo>
                  <a:lnTo>
                    <a:pt x="931" y="0"/>
                  </a:lnTo>
                  <a:lnTo>
                    <a:pt x="931" y="0"/>
                  </a:lnTo>
                  <a:close/>
                  <a:moveTo>
                    <a:pt x="955" y="859"/>
                  </a:moveTo>
                  <a:lnTo>
                    <a:pt x="955" y="859"/>
                  </a:lnTo>
                  <a:lnTo>
                    <a:pt x="954" y="869"/>
                  </a:lnTo>
                  <a:lnTo>
                    <a:pt x="953" y="879"/>
                  </a:lnTo>
                  <a:lnTo>
                    <a:pt x="951" y="887"/>
                  </a:lnTo>
                  <a:lnTo>
                    <a:pt x="948" y="896"/>
                  </a:lnTo>
                  <a:lnTo>
                    <a:pt x="944" y="904"/>
                  </a:lnTo>
                  <a:lnTo>
                    <a:pt x="938" y="913"/>
                  </a:lnTo>
                  <a:lnTo>
                    <a:pt x="933" y="919"/>
                  </a:lnTo>
                  <a:lnTo>
                    <a:pt x="926" y="927"/>
                  </a:lnTo>
                  <a:lnTo>
                    <a:pt x="920" y="932"/>
                  </a:lnTo>
                  <a:lnTo>
                    <a:pt x="912" y="939"/>
                  </a:lnTo>
                  <a:lnTo>
                    <a:pt x="905" y="943"/>
                  </a:lnTo>
                  <a:lnTo>
                    <a:pt x="896" y="947"/>
                  </a:lnTo>
                  <a:lnTo>
                    <a:pt x="888" y="951"/>
                  </a:lnTo>
                  <a:lnTo>
                    <a:pt x="878" y="953"/>
                  </a:lnTo>
                  <a:lnTo>
                    <a:pt x="869" y="954"/>
                  </a:lnTo>
                  <a:lnTo>
                    <a:pt x="860" y="955"/>
                  </a:lnTo>
                  <a:lnTo>
                    <a:pt x="860" y="955"/>
                  </a:lnTo>
                  <a:lnTo>
                    <a:pt x="159" y="955"/>
                  </a:lnTo>
                  <a:lnTo>
                    <a:pt x="159" y="955"/>
                  </a:lnTo>
                  <a:lnTo>
                    <a:pt x="150" y="954"/>
                  </a:lnTo>
                  <a:lnTo>
                    <a:pt x="141" y="953"/>
                  </a:lnTo>
                  <a:lnTo>
                    <a:pt x="131" y="951"/>
                  </a:lnTo>
                  <a:lnTo>
                    <a:pt x="123" y="947"/>
                  </a:lnTo>
                  <a:lnTo>
                    <a:pt x="114" y="943"/>
                  </a:lnTo>
                  <a:lnTo>
                    <a:pt x="107" y="939"/>
                  </a:lnTo>
                  <a:lnTo>
                    <a:pt x="99" y="932"/>
                  </a:lnTo>
                  <a:lnTo>
                    <a:pt x="93" y="927"/>
                  </a:lnTo>
                  <a:lnTo>
                    <a:pt x="86" y="919"/>
                  </a:lnTo>
                  <a:lnTo>
                    <a:pt x="81" y="913"/>
                  </a:lnTo>
                  <a:lnTo>
                    <a:pt x="75" y="904"/>
                  </a:lnTo>
                  <a:lnTo>
                    <a:pt x="72" y="896"/>
                  </a:lnTo>
                  <a:lnTo>
                    <a:pt x="69" y="887"/>
                  </a:lnTo>
                  <a:lnTo>
                    <a:pt x="66" y="879"/>
                  </a:lnTo>
                  <a:lnTo>
                    <a:pt x="65" y="869"/>
                  </a:lnTo>
                  <a:lnTo>
                    <a:pt x="65" y="859"/>
                  </a:lnTo>
                  <a:lnTo>
                    <a:pt x="65" y="346"/>
                  </a:lnTo>
                  <a:lnTo>
                    <a:pt x="65" y="346"/>
                  </a:lnTo>
                  <a:lnTo>
                    <a:pt x="65" y="341"/>
                  </a:lnTo>
                  <a:lnTo>
                    <a:pt x="66" y="336"/>
                  </a:lnTo>
                  <a:lnTo>
                    <a:pt x="68" y="330"/>
                  </a:lnTo>
                  <a:lnTo>
                    <a:pt x="71" y="327"/>
                  </a:lnTo>
                  <a:lnTo>
                    <a:pt x="74" y="323"/>
                  </a:lnTo>
                  <a:lnTo>
                    <a:pt x="79" y="321"/>
                  </a:lnTo>
                  <a:lnTo>
                    <a:pt x="83" y="320"/>
                  </a:lnTo>
                  <a:lnTo>
                    <a:pt x="88" y="319"/>
                  </a:lnTo>
                  <a:lnTo>
                    <a:pt x="128" y="319"/>
                  </a:lnTo>
                  <a:lnTo>
                    <a:pt x="128" y="748"/>
                  </a:lnTo>
                  <a:lnTo>
                    <a:pt x="128" y="748"/>
                  </a:lnTo>
                  <a:lnTo>
                    <a:pt x="128" y="756"/>
                  </a:lnTo>
                  <a:lnTo>
                    <a:pt x="129" y="764"/>
                  </a:lnTo>
                  <a:lnTo>
                    <a:pt x="131" y="771"/>
                  </a:lnTo>
                  <a:lnTo>
                    <a:pt x="135" y="779"/>
                  </a:lnTo>
                  <a:lnTo>
                    <a:pt x="138" y="785"/>
                  </a:lnTo>
                  <a:lnTo>
                    <a:pt x="141" y="792"/>
                  </a:lnTo>
                  <a:lnTo>
                    <a:pt x="146" y="798"/>
                  </a:lnTo>
                  <a:lnTo>
                    <a:pt x="152" y="804"/>
                  </a:lnTo>
                  <a:lnTo>
                    <a:pt x="157" y="809"/>
                  </a:lnTo>
                  <a:lnTo>
                    <a:pt x="162" y="814"/>
                  </a:lnTo>
                  <a:lnTo>
                    <a:pt x="170" y="817"/>
                  </a:lnTo>
                  <a:lnTo>
                    <a:pt x="176" y="821"/>
                  </a:lnTo>
                  <a:lnTo>
                    <a:pt x="184" y="824"/>
                  </a:lnTo>
                  <a:lnTo>
                    <a:pt x="191" y="826"/>
                  </a:lnTo>
                  <a:lnTo>
                    <a:pt x="199" y="827"/>
                  </a:lnTo>
                  <a:lnTo>
                    <a:pt x="207" y="827"/>
                  </a:lnTo>
                  <a:lnTo>
                    <a:pt x="207" y="827"/>
                  </a:lnTo>
                  <a:lnTo>
                    <a:pt x="215" y="827"/>
                  </a:lnTo>
                  <a:lnTo>
                    <a:pt x="224" y="826"/>
                  </a:lnTo>
                  <a:lnTo>
                    <a:pt x="231" y="824"/>
                  </a:lnTo>
                  <a:lnTo>
                    <a:pt x="239" y="821"/>
                  </a:lnTo>
                  <a:lnTo>
                    <a:pt x="245" y="817"/>
                  </a:lnTo>
                  <a:lnTo>
                    <a:pt x="251" y="814"/>
                  </a:lnTo>
                  <a:lnTo>
                    <a:pt x="258" y="809"/>
                  </a:lnTo>
                  <a:lnTo>
                    <a:pt x="263" y="804"/>
                  </a:lnTo>
                  <a:lnTo>
                    <a:pt x="269" y="798"/>
                  </a:lnTo>
                  <a:lnTo>
                    <a:pt x="273" y="792"/>
                  </a:lnTo>
                  <a:lnTo>
                    <a:pt x="277" y="785"/>
                  </a:lnTo>
                  <a:lnTo>
                    <a:pt x="280" y="779"/>
                  </a:lnTo>
                  <a:lnTo>
                    <a:pt x="284" y="771"/>
                  </a:lnTo>
                  <a:lnTo>
                    <a:pt x="286" y="764"/>
                  </a:lnTo>
                  <a:lnTo>
                    <a:pt x="287" y="756"/>
                  </a:lnTo>
                  <a:lnTo>
                    <a:pt x="287" y="748"/>
                  </a:lnTo>
                  <a:lnTo>
                    <a:pt x="287" y="92"/>
                  </a:lnTo>
                  <a:lnTo>
                    <a:pt x="287" y="92"/>
                  </a:lnTo>
                  <a:lnTo>
                    <a:pt x="287" y="86"/>
                  </a:lnTo>
                  <a:lnTo>
                    <a:pt x="289" y="81"/>
                  </a:lnTo>
                  <a:lnTo>
                    <a:pt x="291" y="76"/>
                  </a:lnTo>
                  <a:lnTo>
                    <a:pt x="294" y="72"/>
                  </a:lnTo>
                  <a:lnTo>
                    <a:pt x="298" y="69"/>
                  </a:lnTo>
                  <a:lnTo>
                    <a:pt x="302" y="66"/>
                  </a:lnTo>
                  <a:lnTo>
                    <a:pt x="306" y="64"/>
                  </a:lnTo>
                  <a:lnTo>
                    <a:pt x="310" y="64"/>
                  </a:lnTo>
                  <a:lnTo>
                    <a:pt x="931" y="64"/>
                  </a:lnTo>
                  <a:lnTo>
                    <a:pt x="931" y="64"/>
                  </a:lnTo>
                  <a:lnTo>
                    <a:pt x="936" y="64"/>
                  </a:lnTo>
                  <a:lnTo>
                    <a:pt x="940" y="66"/>
                  </a:lnTo>
                  <a:lnTo>
                    <a:pt x="945" y="69"/>
                  </a:lnTo>
                  <a:lnTo>
                    <a:pt x="948" y="72"/>
                  </a:lnTo>
                  <a:lnTo>
                    <a:pt x="951" y="76"/>
                  </a:lnTo>
                  <a:lnTo>
                    <a:pt x="953" y="81"/>
                  </a:lnTo>
                  <a:lnTo>
                    <a:pt x="954" y="86"/>
                  </a:lnTo>
                  <a:lnTo>
                    <a:pt x="955" y="92"/>
                  </a:lnTo>
                  <a:lnTo>
                    <a:pt x="955" y="859"/>
                  </a:lnTo>
                  <a:close/>
                  <a:moveTo>
                    <a:pt x="382" y="445"/>
                  </a:moveTo>
                  <a:lnTo>
                    <a:pt x="382" y="445"/>
                  </a:lnTo>
                  <a:lnTo>
                    <a:pt x="389" y="445"/>
                  </a:lnTo>
                  <a:lnTo>
                    <a:pt x="394" y="443"/>
                  </a:lnTo>
                  <a:lnTo>
                    <a:pt x="401" y="440"/>
                  </a:lnTo>
                  <a:lnTo>
                    <a:pt x="405" y="437"/>
                  </a:lnTo>
                  <a:lnTo>
                    <a:pt x="409" y="431"/>
                  </a:lnTo>
                  <a:lnTo>
                    <a:pt x="411" y="426"/>
                  </a:lnTo>
                  <a:lnTo>
                    <a:pt x="413" y="420"/>
                  </a:lnTo>
                  <a:lnTo>
                    <a:pt x="415" y="414"/>
                  </a:lnTo>
                  <a:lnTo>
                    <a:pt x="415" y="270"/>
                  </a:lnTo>
                  <a:lnTo>
                    <a:pt x="514" y="431"/>
                  </a:lnTo>
                  <a:lnTo>
                    <a:pt x="514" y="431"/>
                  </a:lnTo>
                  <a:lnTo>
                    <a:pt x="518" y="436"/>
                  </a:lnTo>
                  <a:lnTo>
                    <a:pt x="518" y="436"/>
                  </a:lnTo>
                  <a:lnTo>
                    <a:pt x="520" y="437"/>
                  </a:lnTo>
                  <a:lnTo>
                    <a:pt x="520" y="437"/>
                  </a:lnTo>
                  <a:lnTo>
                    <a:pt x="523" y="440"/>
                  </a:lnTo>
                  <a:lnTo>
                    <a:pt x="528" y="443"/>
                  </a:lnTo>
                  <a:lnTo>
                    <a:pt x="528" y="443"/>
                  </a:lnTo>
                  <a:lnTo>
                    <a:pt x="530" y="443"/>
                  </a:lnTo>
                  <a:lnTo>
                    <a:pt x="530" y="443"/>
                  </a:lnTo>
                  <a:lnTo>
                    <a:pt x="536" y="445"/>
                  </a:lnTo>
                  <a:lnTo>
                    <a:pt x="541" y="445"/>
                  </a:lnTo>
                  <a:lnTo>
                    <a:pt x="541" y="445"/>
                  </a:lnTo>
                  <a:lnTo>
                    <a:pt x="541" y="445"/>
                  </a:lnTo>
                  <a:lnTo>
                    <a:pt x="541" y="445"/>
                  </a:lnTo>
                  <a:lnTo>
                    <a:pt x="541" y="445"/>
                  </a:lnTo>
                  <a:lnTo>
                    <a:pt x="541" y="445"/>
                  </a:lnTo>
                  <a:lnTo>
                    <a:pt x="547" y="445"/>
                  </a:lnTo>
                  <a:lnTo>
                    <a:pt x="552" y="443"/>
                  </a:lnTo>
                  <a:lnTo>
                    <a:pt x="552" y="443"/>
                  </a:lnTo>
                  <a:lnTo>
                    <a:pt x="555" y="442"/>
                  </a:lnTo>
                  <a:lnTo>
                    <a:pt x="555" y="442"/>
                  </a:lnTo>
                  <a:lnTo>
                    <a:pt x="558" y="441"/>
                  </a:lnTo>
                  <a:lnTo>
                    <a:pt x="558" y="441"/>
                  </a:lnTo>
                  <a:lnTo>
                    <a:pt x="560" y="439"/>
                  </a:lnTo>
                  <a:lnTo>
                    <a:pt x="560" y="439"/>
                  </a:lnTo>
                  <a:lnTo>
                    <a:pt x="566" y="434"/>
                  </a:lnTo>
                  <a:lnTo>
                    <a:pt x="566" y="434"/>
                  </a:lnTo>
                  <a:lnTo>
                    <a:pt x="569" y="429"/>
                  </a:lnTo>
                  <a:lnTo>
                    <a:pt x="569" y="429"/>
                  </a:lnTo>
                  <a:lnTo>
                    <a:pt x="571" y="424"/>
                  </a:lnTo>
                  <a:lnTo>
                    <a:pt x="571" y="424"/>
                  </a:lnTo>
                  <a:lnTo>
                    <a:pt x="572" y="417"/>
                  </a:lnTo>
                  <a:lnTo>
                    <a:pt x="572" y="417"/>
                  </a:lnTo>
                  <a:lnTo>
                    <a:pt x="573" y="414"/>
                  </a:lnTo>
                  <a:lnTo>
                    <a:pt x="573" y="160"/>
                  </a:lnTo>
                  <a:lnTo>
                    <a:pt x="573" y="160"/>
                  </a:lnTo>
                  <a:lnTo>
                    <a:pt x="572" y="153"/>
                  </a:lnTo>
                  <a:lnTo>
                    <a:pt x="570" y="147"/>
                  </a:lnTo>
                  <a:lnTo>
                    <a:pt x="568" y="142"/>
                  </a:lnTo>
                  <a:lnTo>
                    <a:pt x="564" y="137"/>
                  </a:lnTo>
                  <a:lnTo>
                    <a:pt x="559" y="133"/>
                  </a:lnTo>
                  <a:lnTo>
                    <a:pt x="554" y="130"/>
                  </a:lnTo>
                  <a:lnTo>
                    <a:pt x="548" y="129"/>
                  </a:lnTo>
                  <a:lnTo>
                    <a:pt x="541" y="128"/>
                  </a:lnTo>
                  <a:lnTo>
                    <a:pt x="541" y="128"/>
                  </a:lnTo>
                  <a:lnTo>
                    <a:pt x="535" y="129"/>
                  </a:lnTo>
                  <a:lnTo>
                    <a:pt x="529" y="130"/>
                  </a:lnTo>
                  <a:lnTo>
                    <a:pt x="524" y="133"/>
                  </a:lnTo>
                  <a:lnTo>
                    <a:pt x="519" y="137"/>
                  </a:lnTo>
                  <a:lnTo>
                    <a:pt x="515" y="142"/>
                  </a:lnTo>
                  <a:lnTo>
                    <a:pt x="512" y="147"/>
                  </a:lnTo>
                  <a:lnTo>
                    <a:pt x="510" y="153"/>
                  </a:lnTo>
                  <a:lnTo>
                    <a:pt x="510" y="160"/>
                  </a:lnTo>
                  <a:lnTo>
                    <a:pt x="510" y="304"/>
                  </a:lnTo>
                  <a:lnTo>
                    <a:pt x="409" y="143"/>
                  </a:lnTo>
                  <a:lnTo>
                    <a:pt x="409" y="143"/>
                  </a:lnTo>
                  <a:lnTo>
                    <a:pt x="407" y="140"/>
                  </a:lnTo>
                  <a:lnTo>
                    <a:pt x="407" y="140"/>
                  </a:lnTo>
                  <a:lnTo>
                    <a:pt x="403" y="135"/>
                  </a:lnTo>
                  <a:lnTo>
                    <a:pt x="403" y="135"/>
                  </a:lnTo>
                  <a:lnTo>
                    <a:pt x="397" y="132"/>
                  </a:lnTo>
                  <a:lnTo>
                    <a:pt x="397" y="132"/>
                  </a:lnTo>
                  <a:lnTo>
                    <a:pt x="392" y="130"/>
                  </a:lnTo>
                  <a:lnTo>
                    <a:pt x="392" y="130"/>
                  </a:lnTo>
                  <a:lnTo>
                    <a:pt x="386" y="129"/>
                  </a:lnTo>
                  <a:lnTo>
                    <a:pt x="386" y="129"/>
                  </a:lnTo>
                  <a:lnTo>
                    <a:pt x="382" y="128"/>
                  </a:lnTo>
                  <a:lnTo>
                    <a:pt x="382" y="128"/>
                  </a:lnTo>
                  <a:lnTo>
                    <a:pt x="380" y="129"/>
                  </a:lnTo>
                  <a:lnTo>
                    <a:pt x="380" y="129"/>
                  </a:lnTo>
                  <a:lnTo>
                    <a:pt x="374" y="130"/>
                  </a:lnTo>
                  <a:lnTo>
                    <a:pt x="374" y="130"/>
                  </a:lnTo>
                  <a:lnTo>
                    <a:pt x="367" y="132"/>
                  </a:lnTo>
                  <a:lnTo>
                    <a:pt x="367" y="132"/>
                  </a:lnTo>
                  <a:lnTo>
                    <a:pt x="365" y="133"/>
                  </a:lnTo>
                  <a:lnTo>
                    <a:pt x="365" y="133"/>
                  </a:lnTo>
                  <a:lnTo>
                    <a:pt x="363" y="135"/>
                  </a:lnTo>
                  <a:lnTo>
                    <a:pt x="363" y="135"/>
                  </a:lnTo>
                  <a:lnTo>
                    <a:pt x="359" y="139"/>
                  </a:lnTo>
                  <a:lnTo>
                    <a:pt x="359" y="139"/>
                  </a:lnTo>
                  <a:lnTo>
                    <a:pt x="354" y="145"/>
                  </a:lnTo>
                  <a:lnTo>
                    <a:pt x="354" y="145"/>
                  </a:lnTo>
                  <a:lnTo>
                    <a:pt x="352" y="150"/>
                  </a:lnTo>
                  <a:lnTo>
                    <a:pt x="352" y="150"/>
                  </a:lnTo>
                  <a:lnTo>
                    <a:pt x="351" y="157"/>
                  </a:lnTo>
                  <a:lnTo>
                    <a:pt x="351" y="157"/>
                  </a:lnTo>
                  <a:lnTo>
                    <a:pt x="350" y="160"/>
                  </a:lnTo>
                  <a:lnTo>
                    <a:pt x="350" y="414"/>
                  </a:lnTo>
                  <a:lnTo>
                    <a:pt x="350" y="414"/>
                  </a:lnTo>
                  <a:lnTo>
                    <a:pt x="351" y="420"/>
                  </a:lnTo>
                  <a:lnTo>
                    <a:pt x="353" y="426"/>
                  </a:lnTo>
                  <a:lnTo>
                    <a:pt x="356" y="431"/>
                  </a:lnTo>
                  <a:lnTo>
                    <a:pt x="360" y="437"/>
                  </a:lnTo>
                  <a:lnTo>
                    <a:pt x="364" y="440"/>
                  </a:lnTo>
                  <a:lnTo>
                    <a:pt x="369" y="443"/>
                  </a:lnTo>
                  <a:lnTo>
                    <a:pt x="376" y="445"/>
                  </a:lnTo>
                  <a:lnTo>
                    <a:pt x="382" y="445"/>
                  </a:lnTo>
                  <a:lnTo>
                    <a:pt x="382" y="445"/>
                  </a:lnTo>
                  <a:close/>
                  <a:moveTo>
                    <a:pt x="637" y="859"/>
                  </a:moveTo>
                  <a:lnTo>
                    <a:pt x="891" y="859"/>
                  </a:lnTo>
                  <a:lnTo>
                    <a:pt x="891" y="668"/>
                  </a:lnTo>
                  <a:lnTo>
                    <a:pt x="637" y="668"/>
                  </a:lnTo>
                  <a:lnTo>
                    <a:pt x="637" y="859"/>
                  </a:lnTo>
                  <a:close/>
                  <a:moveTo>
                    <a:pt x="860" y="128"/>
                  </a:moveTo>
                  <a:lnTo>
                    <a:pt x="669" y="128"/>
                  </a:lnTo>
                  <a:lnTo>
                    <a:pt x="669" y="128"/>
                  </a:lnTo>
                  <a:lnTo>
                    <a:pt x="662" y="129"/>
                  </a:lnTo>
                  <a:lnTo>
                    <a:pt x="656" y="130"/>
                  </a:lnTo>
                  <a:lnTo>
                    <a:pt x="651" y="133"/>
                  </a:lnTo>
                  <a:lnTo>
                    <a:pt x="646" y="137"/>
                  </a:lnTo>
                  <a:lnTo>
                    <a:pt x="642" y="142"/>
                  </a:lnTo>
                  <a:lnTo>
                    <a:pt x="639" y="147"/>
                  </a:lnTo>
                  <a:lnTo>
                    <a:pt x="638" y="153"/>
                  </a:lnTo>
                  <a:lnTo>
                    <a:pt x="637" y="160"/>
                  </a:lnTo>
                  <a:lnTo>
                    <a:pt x="637" y="160"/>
                  </a:lnTo>
                  <a:lnTo>
                    <a:pt x="638" y="166"/>
                  </a:lnTo>
                  <a:lnTo>
                    <a:pt x="639" y="172"/>
                  </a:lnTo>
                  <a:lnTo>
                    <a:pt x="642" y="177"/>
                  </a:lnTo>
                  <a:lnTo>
                    <a:pt x="646" y="182"/>
                  </a:lnTo>
                  <a:lnTo>
                    <a:pt x="651" y="186"/>
                  </a:lnTo>
                  <a:lnTo>
                    <a:pt x="656" y="189"/>
                  </a:lnTo>
                  <a:lnTo>
                    <a:pt x="662" y="191"/>
                  </a:lnTo>
                  <a:lnTo>
                    <a:pt x="669" y="191"/>
                  </a:lnTo>
                  <a:lnTo>
                    <a:pt x="860" y="191"/>
                  </a:lnTo>
                  <a:lnTo>
                    <a:pt x="860" y="191"/>
                  </a:lnTo>
                  <a:lnTo>
                    <a:pt x="866" y="191"/>
                  </a:lnTo>
                  <a:lnTo>
                    <a:pt x="872" y="189"/>
                  </a:lnTo>
                  <a:lnTo>
                    <a:pt x="877" y="186"/>
                  </a:lnTo>
                  <a:lnTo>
                    <a:pt x="882" y="182"/>
                  </a:lnTo>
                  <a:lnTo>
                    <a:pt x="886" y="177"/>
                  </a:lnTo>
                  <a:lnTo>
                    <a:pt x="889" y="172"/>
                  </a:lnTo>
                  <a:lnTo>
                    <a:pt x="891" y="166"/>
                  </a:lnTo>
                  <a:lnTo>
                    <a:pt x="891" y="160"/>
                  </a:lnTo>
                  <a:lnTo>
                    <a:pt x="891" y="160"/>
                  </a:lnTo>
                  <a:lnTo>
                    <a:pt x="891" y="153"/>
                  </a:lnTo>
                  <a:lnTo>
                    <a:pt x="889" y="147"/>
                  </a:lnTo>
                  <a:lnTo>
                    <a:pt x="886" y="142"/>
                  </a:lnTo>
                  <a:lnTo>
                    <a:pt x="882" y="137"/>
                  </a:lnTo>
                  <a:lnTo>
                    <a:pt x="877" y="133"/>
                  </a:lnTo>
                  <a:lnTo>
                    <a:pt x="872" y="130"/>
                  </a:lnTo>
                  <a:lnTo>
                    <a:pt x="866" y="129"/>
                  </a:lnTo>
                  <a:lnTo>
                    <a:pt x="860" y="128"/>
                  </a:lnTo>
                  <a:lnTo>
                    <a:pt x="860" y="128"/>
                  </a:lnTo>
                  <a:close/>
                  <a:moveTo>
                    <a:pt x="860" y="255"/>
                  </a:moveTo>
                  <a:lnTo>
                    <a:pt x="669" y="255"/>
                  </a:lnTo>
                  <a:lnTo>
                    <a:pt x="669" y="255"/>
                  </a:lnTo>
                  <a:lnTo>
                    <a:pt x="662" y="255"/>
                  </a:lnTo>
                  <a:lnTo>
                    <a:pt x="656" y="257"/>
                  </a:lnTo>
                  <a:lnTo>
                    <a:pt x="651" y="261"/>
                  </a:lnTo>
                  <a:lnTo>
                    <a:pt x="646" y="264"/>
                  </a:lnTo>
                  <a:lnTo>
                    <a:pt x="642" y="269"/>
                  </a:lnTo>
                  <a:lnTo>
                    <a:pt x="639" y="275"/>
                  </a:lnTo>
                  <a:lnTo>
                    <a:pt x="638" y="280"/>
                  </a:lnTo>
                  <a:lnTo>
                    <a:pt x="637" y="286"/>
                  </a:lnTo>
                  <a:lnTo>
                    <a:pt x="637" y="286"/>
                  </a:lnTo>
                  <a:lnTo>
                    <a:pt x="638" y="293"/>
                  </a:lnTo>
                  <a:lnTo>
                    <a:pt x="639" y="299"/>
                  </a:lnTo>
                  <a:lnTo>
                    <a:pt x="642" y="305"/>
                  </a:lnTo>
                  <a:lnTo>
                    <a:pt x="646" y="309"/>
                  </a:lnTo>
                  <a:lnTo>
                    <a:pt x="651" y="313"/>
                  </a:lnTo>
                  <a:lnTo>
                    <a:pt x="656" y="316"/>
                  </a:lnTo>
                  <a:lnTo>
                    <a:pt x="662" y="317"/>
                  </a:lnTo>
                  <a:lnTo>
                    <a:pt x="669" y="319"/>
                  </a:lnTo>
                  <a:lnTo>
                    <a:pt x="860" y="319"/>
                  </a:lnTo>
                  <a:lnTo>
                    <a:pt x="860" y="319"/>
                  </a:lnTo>
                  <a:lnTo>
                    <a:pt x="866" y="317"/>
                  </a:lnTo>
                  <a:lnTo>
                    <a:pt x="872" y="316"/>
                  </a:lnTo>
                  <a:lnTo>
                    <a:pt x="877" y="313"/>
                  </a:lnTo>
                  <a:lnTo>
                    <a:pt x="882" y="309"/>
                  </a:lnTo>
                  <a:lnTo>
                    <a:pt x="886" y="305"/>
                  </a:lnTo>
                  <a:lnTo>
                    <a:pt x="889" y="299"/>
                  </a:lnTo>
                  <a:lnTo>
                    <a:pt x="891" y="293"/>
                  </a:lnTo>
                  <a:lnTo>
                    <a:pt x="891" y="286"/>
                  </a:lnTo>
                  <a:lnTo>
                    <a:pt x="891" y="286"/>
                  </a:lnTo>
                  <a:lnTo>
                    <a:pt x="891" y="280"/>
                  </a:lnTo>
                  <a:lnTo>
                    <a:pt x="889" y="275"/>
                  </a:lnTo>
                  <a:lnTo>
                    <a:pt x="886" y="269"/>
                  </a:lnTo>
                  <a:lnTo>
                    <a:pt x="882" y="264"/>
                  </a:lnTo>
                  <a:lnTo>
                    <a:pt x="877" y="261"/>
                  </a:lnTo>
                  <a:lnTo>
                    <a:pt x="872" y="257"/>
                  </a:lnTo>
                  <a:lnTo>
                    <a:pt x="866" y="255"/>
                  </a:lnTo>
                  <a:lnTo>
                    <a:pt x="860" y="255"/>
                  </a:lnTo>
                  <a:lnTo>
                    <a:pt x="860" y="255"/>
                  </a:lnTo>
                  <a:close/>
                  <a:moveTo>
                    <a:pt x="860" y="382"/>
                  </a:moveTo>
                  <a:lnTo>
                    <a:pt x="669" y="382"/>
                  </a:lnTo>
                  <a:lnTo>
                    <a:pt x="669" y="382"/>
                  </a:lnTo>
                  <a:lnTo>
                    <a:pt x="662" y="383"/>
                  </a:lnTo>
                  <a:lnTo>
                    <a:pt x="656" y="385"/>
                  </a:lnTo>
                  <a:lnTo>
                    <a:pt x="651" y="387"/>
                  </a:lnTo>
                  <a:lnTo>
                    <a:pt x="646" y="392"/>
                  </a:lnTo>
                  <a:lnTo>
                    <a:pt x="642" y="396"/>
                  </a:lnTo>
                  <a:lnTo>
                    <a:pt x="639" y="401"/>
                  </a:lnTo>
                  <a:lnTo>
                    <a:pt x="638" y="408"/>
                  </a:lnTo>
                  <a:lnTo>
                    <a:pt x="637" y="414"/>
                  </a:lnTo>
                  <a:lnTo>
                    <a:pt x="637" y="414"/>
                  </a:lnTo>
                  <a:lnTo>
                    <a:pt x="638" y="420"/>
                  </a:lnTo>
                  <a:lnTo>
                    <a:pt x="639" y="426"/>
                  </a:lnTo>
                  <a:lnTo>
                    <a:pt x="642" y="431"/>
                  </a:lnTo>
                  <a:lnTo>
                    <a:pt x="646" y="437"/>
                  </a:lnTo>
                  <a:lnTo>
                    <a:pt x="651" y="440"/>
                  </a:lnTo>
                  <a:lnTo>
                    <a:pt x="656" y="443"/>
                  </a:lnTo>
                  <a:lnTo>
                    <a:pt x="662" y="445"/>
                  </a:lnTo>
                  <a:lnTo>
                    <a:pt x="669" y="445"/>
                  </a:lnTo>
                  <a:lnTo>
                    <a:pt x="860" y="445"/>
                  </a:lnTo>
                  <a:lnTo>
                    <a:pt x="860" y="445"/>
                  </a:lnTo>
                  <a:lnTo>
                    <a:pt x="866" y="445"/>
                  </a:lnTo>
                  <a:lnTo>
                    <a:pt x="872" y="443"/>
                  </a:lnTo>
                  <a:lnTo>
                    <a:pt x="877" y="440"/>
                  </a:lnTo>
                  <a:lnTo>
                    <a:pt x="882" y="437"/>
                  </a:lnTo>
                  <a:lnTo>
                    <a:pt x="886" y="431"/>
                  </a:lnTo>
                  <a:lnTo>
                    <a:pt x="889" y="426"/>
                  </a:lnTo>
                  <a:lnTo>
                    <a:pt x="891" y="420"/>
                  </a:lnTo>
                  <a:lnTo>
                    <a:pt x="891" y="414"/>
                  </a:lnTo>
                  <a:lnTo>
                    <a:pt x="891" y="414"/>
                  </a:lnTo>
                  <a:lnTo>
                    <a:pt x="891" y="408"/>
                  </a:lnTo>
                  <a:lnTo>
                    <a:pt x="889" y="401"/>
                  </a:lnTo>
                  <a:lnTo>
                    <a:pt x="886" y="396"/>
                  </a:lnTo>
                  <a:lnTo>
                    <a:pt x="882" y="392"/>
                  </a:lnTo>
                  <a:lnTo>
                    <a:pt x="877" y="387"/>
                  </a:lnTo>
                  <a:lnTo>
                    <a:pt x="872" y="385"/>
                  </a:lnTo>
                  <a:lnTo>
                    <a:pt x="866" y="383"/>
                  </a:lnTo>
                  <a:lnTo>
                    <a:pt x="860" y="382"/>
                  </a:lnTo>
                  <a:lnTo>
                    <a:pt x="860" y="382"/>
                  </a:lnTo>
                  <a:close/>
                  <a:moveTo>
                    <a:pt x="541" y="668"/>
                  </a:moveTo>
                  <a:lnTo>
                    <a:pt x="382" y="668"/>
                  </a:lnTo>
                  <a:lnTo>
                    <a:pt x="382" y="668"/>
                  </a:lnTo>
                  <a:lnTo>
                    <a:pt x="376" y="669"/>
                  </a:lnTo>
                  <a:lnTo>
                    <a:pt x="369" y="670"/>
                  </a:lnTo>
                  <a:lnTo>
                    <a:pt x="364" y="674"/>
                  </a:lnTo>
                  <a:lnTo>
                    <a:pt x="360" y="678"/>
                  </a:lnTo>
                  <a:lnTo>
                    <a:pt x="356" y="682"/>
                  </a:lnTo>
                  <a:lnTo>
                    <a:pt x="353" y="688"/>
                  </a:lnTo>
                  <a:lnTo>
                    <a:pt x="351" y="694"/>
                  </a:lnTo>
                  <a:lnTo>
                    <a:pt x="350" y="701"/>
                  </a:lnTo>
                  <a:lnTo>
                    <a:pt x="350" y="701"/>
                  </a:lnTo>
                  <a:lnTo>
                    <a:pt x="351" y="707"/>
                  </a:lnTo>
                  <a:lnTo>
                    <a:pt x="353" y="712"/>
                  </a:lnTo>
                  <a:lnTo>
                    <a:pt x="356" y="718"/>
                  </a:lnTo>
                  <a:lnTo>
                    <a:pt x="360" y="723"/>
                  </a:lnTo>
                  <a:lnTo>
                    <a:pt x="364" y="726"/>
                  </a:lnTo>
                  <a:lnTo>
                    <a:pt x="369" y="729"/>
                  </a:lnTo>
                  <a:lnTo>
                    <a:pt x="376" y="732"/>
                  </a:lnTo>
                  <a:lnTo>
                    <a:pt x="382" y="732"/>
                  </a:lnTo>
                  <a:lnTo>
                    <a:pt x="541" y="732"/>
                  </a:lnTo>
                  <a:lnTo>
                    <a:pt x="541" y="732"/>
                  </a:lnTo>
                  <a:lnTo>
                    <a:pt x="548" y="732"/>
                  </a:lnTo>
                  <a:lnTo>
                    <a:pt x="554" y="729"/>
                  </a:lnTo>
                  <a:lnTo>
                    <a:pt x="559" y="726"/>
                  </a:lnTo>
                  <a:lnTo>
                    <a:pt x="564" y="723"/>
                  </a:lnTo>
                  <a:lnTo>
                    <a:pt x="568" y="718"/>
                  </a:lnTo>
                  <a:lnTo>
                    <a:pt x="570" y="712"/>
                  </a:lnTo>
                  <a:lnTo>
                    <a:pt x="572" y="707"/>
                  </a:lnTo>
                  <a:lnTo>
                    <a:pt x="573" y="701"/>
                  </a:lnTo>
                  <a:lnTo>
                    <a:pt x="573" y="701"/>
                  </a:lnTo>
                  <a:lnTo>
                    <a:pt x="572" y="694"/>
                  </a:lnTo>
                  <a:lnTo>
                    <a:pt x="570" y="688"/>
                  </a:lnTo>
                  <a:lnTo>
                    <a:pt x="568" y="682"/>
                  </a:lnTo>
                  <a:lnTo>
                    <a:pt x="564" y="678"/>
                  </a:lnTo>
                  <a:lnTo>
                    <a:pt x="559" y="674"/>
                  </a:lnTo>
                  <a:lnTo>
                    <a:pt x="554" y="670"/>
                  </a:lnTo>
                  <a:lnTo>
                    <a:pt x="548" y="669"/>
                  </a:lnTo>
                  <a:lnTo>
                    <a:pt x="541" y="668"/>
                  </a:lnTo>
                  <a:lnTo>
                    <a:pt x="541" y="668"/>
                  </a:lnTo>
                  <a:close/>
                  <a:moveTo>
                    <a:pt x="541" y="796"/>
                  </a:moveTo>
                  <a:lnTo>
                    <a:pt x="382" y="796"/>
                  </a:lnTo>
                  <a:lnTo>
                    <a:pt x="382" y="796"/>
                  </a:lnTo>
                  <a:lnTo>
                    <a:pt x="376" y="796"/>
                  </a:lnTo>
                  <a:lnTo>
                    <a:pt x="369" y="798"/>
                  </a:lnTo>
                  <a:lnTo>
                    <a:pt x="364" y="801"/>
                  </a:lnTo>
                  <a:lnTo>
                    <a:pt x="360" y="805"/>
                  </a:lnTo>
                  <a:lnTo>
                    <a:pt x="356" y="810"/>
                  </a:lnTo>
                  <a:lnTo>
                    <a:pt x="353" y="815"/>
                  </a:lnTo>
                  <a:lnTo>
                    <a:pt x="351" y="821"/>
                  </a:lnTo>
                  <a:lnTo>
                    <a:pt x="350" y="827"/>
                  </a:lnTo>
                  <a:lnTo>
                    <a:pt x="350" y="827"/>
                  </a:lnTo>
                  <a:lnTo>
                    <a:pt x="351" y="834"/>
                  </a:lnTo>
                  <a:lnTo>
                    <a:pt x="353" y="840"/>
                  </a:lnTo>
                  <a:lnTo>
                    <a:pt x="356" y="845"/>
                  </a:lnTo>
                  <a:lnTo>
                    <a:pt x="360" y="850"/>
                  </a:lnTo>
                  <a:lnTo>
                    <a:pt x="364" y="854"/>
                  </a:lnTo>
                  <a:lnTo>
                    <a:pt x="369" y="857"/>
                  </a:lnTo>
                  <a:lnTo>
                    <a:pt x="376" y="858"/>
                  </a:lnTo>
                  <a:lnTo>
                    <a:pt x="382" y="859"/>
                  </a:lnTo>
                  <a:lnTo>
                    <a:pt x="541" y="859"/>
                  </a:lnTo>
                  <a:lnTo>
                    <a:pt x="541" y="859"/>
                  </a:lnTo>
                  <a:lnTo>
                    <a:pt x="548" y="858"/>
                  </a:lnTo>
                  <a:lnTo>
                    <a:pt x="554" y="857"/>
                  </a:lnTo>
                  <a:lnTo>
                    <a:pt x="559" y="854"/>
                  </a:lnTo>
                  <a:lnTo>
                    <a:pt x="564" y="850"/>
                  </a:lnTo>
                  <a:lnTo>
                    <a:pt x="568" y="845"/>
                  </a:lnTo>
                  <a:lnTo>
                    <a:pt x="570" y="840"/>
                  </a:lnTo>
                  <a:lnTo>
                    <a:pt x="572" y="834"/>
                  </a:lnTo>
                  <a:lnTo>
                    <a:pt x="573" y="827"/>
                  </a:lnTo>
                  <a:lnTo>
                    <a:pt x="573" y="827"/>
                  </a:lnTo>
                  <a:lnTo>
                    <a:pt x="572" y="821"/>
                  </a:lnTo>
                  <a:lnTo>
                    <a:pt x="570" y="815"/>
                  </a:lnTo>
                  <a:lnTo>
                    <a:pt x="568" y="810"/>
                  </a:lnTo>
                  <a:lnTo>
                    <a:pt x="564" y="805"/>
                  </a:lnTo>
                  <a:lnTo>
                    <a:pt x="559" y="801"/>
                  </a:lnTo>
                  <a:lnTo>
                    <a:pt x="554" y="798"/>
                  </a:lnTo>
                  <a:lnTo>
                    <a:pt x="548" y="796"/>
                  </a:lnTo>
                  <a:lnTo>
                    <a:pt x="541" y="796"/>
                  </a:lnTo>
                  <a:lnTo>
                    <a:pt x="541" y="796"/>
                  </a:lnTo>
                  <a:close/>
                  <a:moveTo>
                    <a:pt x="860" y="510"/>
                  </a:moveTo>
                  <a:lnTo>
                    <a:pt x="382" y="510"/>
                  </a:lnTo>
                  <a:lnTo>
                    <a:pt x="382" y="510"/>
                  </a:lnTo>
                  <a:lnTo>
                    <a:pt x="376" y="510"/>
                  </a:lnTo>
                  <a:lnTo>
                    <a:pt x="369" y="512"/>
                  </a:lnTo>
                  <a:lnTo>
                    <a:pt x="364" y="515"/>
                  </a:lnTo>
                  <a:lnTo>
                    <a:pt x="360" y="518"/>
                  </a:lnTo>
                  <a:lnTo>
                    <a:pt x="356" y="523"/>
                  </a:lnTo>
                  <a:lnTo>
                    <a:pt x="353" y="529"/>
                  </a:lnTo>
                  <a:lnTo>
                    <a:pt x="351" y="534"/>
                  </a:lnTo>
                  <a:lnTo>
                    <a:pt x="350" y="541"/>
                  </a:lnTo>
                  <a:lnTo>
                    <a:pt x="350" y="573"/>
                  </a:lnTo>
                  <a:lnTo>
                    <a:pt x="350" y="573"/>
                  </a:lnTo>
                  <a:lnTo>
                    <a:pt x="351" y="579"/>
                  </a:lnTo>
                  <a:lnTo>
                    <a:pt x="353" y="586"/>
                  </a:lnTo>
                  <a:lnTo>
                    <a:pt x="356" y="591"/>
                  </a:lnTo>
                  <a:lnTo>
                    <a:pt x="360" y="595"/>
                  </a:lnTo>
                  <a:lnTo>
                    <a:pt x="364" y="600"/>
                  </a:lnTo>
                  <a:lnTo>
                    <a:pt x="369" y="602"/>
                  </a:lnTo>
                  <a:lnTo>
                    <a:pt x="376" y="604"/>
                  </a:lnTo>
                  <a:lnTo>
                    <a:pt x="382" y="605"/>
                  </a:lnTo>
                  <a:lnTo>
                    <a:pt x="860" y="605"/>
                  </a:lnTo>
                  <a:lnTo>
                    <a:pt x="860" y="605"/>
                  </a:lnTo>
                  <a:lnTo>
                    <a:pt x="866" y="604"/>
                  </a:lnTo>
                  <a:lnTo>
                    <a:pt x="872" y="602"/>
                  </a:lnTo>
                  <a:lnTo>
                    <a:pt x="877" y="600"/>
                  </a:lnTo>
                  <a:lnTo>
                    <a:pt x="882" y="595"/>
                  </a:lnTo>
                  <a:lnTo>
                    <a:pt x="886" y="591"/>
                  </a:lnTo>
                  <a:lnTo>
                    <a:pt x="889" y="586"/>
                  </a:lnTo>
                  <a:lnTo>
                    <a:pt x="891" y="579"/>
                  </a:lnTo>
                  <a:lnTo>
                    <a:pt x="891" y="573"/>
                  </a:lnTo>
                  <a:lnTo>
                    <a:pt x="891" y="541"/>
                  </a:lnTo>
                  <a:lnTo>
                    <a:pt x="891" y="541"/>
                  </a:lnTo>
                  <a:lnTo>
                    <a:pt x="891" y="534"/>
                  </a:lnTo>
                  <a:lnTo>
                    <a:pt x="889" y="529"/>
                  </a:lnTo>
                  <a:lnTo>
                    <a:pt x="886" y="523"/>
                  </a:lnTo>
                  <a:lnTo>
                    <a:pt x="882" y="518"/>
                  </a:lnTo>
                  <a:lnTo>
                    <a:pt x="877" y="515"/>
                  </a:lnTo>
                  <a:lnTo>
                    <a:pt x="872" y="512"/>
                  </a:lnTo>
                  <a:lnTo>
                    <a:pt x="866" y="510"/>
                  </a:lnTo>
                  <a:lnTo>
                    <a:pt x="860" y="510"/>
                  </a:lnTo>
                  <a:lnTo>
                    <a:pt x="860" y="5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46" name="组合 52"/>
          <p:cNvGrpSpPr/>
          <p:nvPr/>
        </p:nvGrpSpPr>
        <p:grpSpPr>
          <a:xfrm>
            <a:off x="10774845" y="1878864"/>
            <a:ext cx="648000" cy="648000"/>
            <a:chOff x="10774845" y="1878864"/>
            <a:chExt cx="648000" cy="648000"/>
          </a:xfrm>
        </p:grpSpPr>
        <p:sp>
          <p:nvSpPr>
            <p:cNvPr id="47" name="椭圆 34"/>
            <p:cNvSpPr/>
            <p:nvPr/>
          </p:nvSpPr>
          <p:spPr>
            <a:xfrm>
              <a:off x="10774845" y="1878864"/>
              <a:ext cx="648000" cy="64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Freeform 115"/>
            <p:cNvSpPr>
              <a:spLocks noEditPoints="1"/>
            </p:cNvSpPr>
            <p:nvPr/>
          </p:nvSpPr>
          <p:spPr bwMode="auto">
            <a:xfrm>
              <a:off x="10936920" y="2041733"/>
              <a:ext cx="323850" cy="322263"/>
            </a:xfrm>
            <a:custGeom>
              <a:avLst/>
              <a:gdLst>
                <a:gd name="T0" fmla="*/ 789 w 1018"/>
                <a:gd name="T1" fmla="*/ 69 h 1017"/>
                <a:gd name="T2" fmla="*/ 765 w 1018"/>
                <a:gd name="T3" fmla="*/ 25 h 1017"/>
                <a:gd name="T4" fmla="*/ 719 w 1018"/>
                <a:gd name="T5" fmla="*/ 1 h 1017"/>
                <a:gd name="T6" fmla="*/ 73 w 1018"/>
                <a:gd name="T7" fmla="*/ 1 h 1017"/>
                <a:gd name="T8" fmla="*/ 27 w 1018"/>
                <a:gd name="T9" fmla="*/ 25 h 1017"/>
                <a:gd name="T10" fmla="*/ 2 w 1018"/>
                <a:gd name="T11" fmla="*/ 69 h 1017"/>
                <a:gd name="T12" fmla="*/ 2 w 1018"/>
                <a:gd name="T13" fmla="*/ 716 h 1017"/>
                <a:gd name="T14" fmla="*/ 28 w 1018"/>
                <a:gd name="T15" fmla="*/ 766 h 1017"/>
                <a:gd name="T16" fmla="*/ 67 w 1018"/>
                <a:gd name="T17" fmla="*/ 789 h 1017"/>
                <a:gd name="T18" fmla="*/ 115 w 1018"/>
                <a:gd name="T19" fmla="*/ 791 h 1017"/>
                <a:gd name="T20" fmla="*/ 163 w 1018"/>
                <a:gd name="T21" fmla="*/ 766 h 1017"/>
                <a:gd name="T22" fmla="*/ 263 w 1018"/>
                <a:gd name="T23" fmla="*/ 745 h 1017"/>
                <a:gd name="T24" fmla="*/ 589 w 1018"/>
                <a:gd name="T25" fmla="*/ 763 h 1017"/>
                <a:gd name="T26" fmla="*/ 634 w 1018"/>
                <a:gd name="T27" fmla="*/ 777 h 1017"/>
                <a:gd name="T28" fmla="*/ 870 w 1018"/>
                <a:gd name="T29" fmla="*/ 1001 h 1017"/>
                <a:gd name="T30" fmla="*/ 923 w 1018"/>
                <a:gd name="T31" fmla="*/ 1017 h 1017"/>
                <a:gd name="T32" fmla="*/ 968 w 1018"/>
                <a:gd name="T33" fmla="*/ 1006 h 1017"/>
                <a:gd name="T34" fmla="*/ 1002 w 1018"/>
                <a:gd name="T35" fmla="*/ 975 h 1017"/>
                <a:gd name="T36" fmla="*/ 1018 w 1018"/>
                <a:gd name="T37" fmla="*/ 921 h 1017"/>
                <a:gd name="T38" fmla="*/ 1011 w 1018"/>
                <a:gd name="T39" fmla="*/ 276 h 1017"/>
                <a:gd name="T40" fmla="*/ 977 w 1018"/>
                <a:gd name="T41" fmla="*/ 238 h 1017"/>
                <a:gd name="T42" fmla="*/ 927 w 1018"/>
                <a:gd name="T43" fmla="*/ 223 h 1017"/>
                <a:gd name="T44" fmla="*/ 102 w 1018"/>
                <a:gd name="T45" fmla="*/ 729 h 1017"/>
                <a:gd name="T46" fmla="*/ 73 w 1018"/>
                <a:gd name="T47" fmla="*/ 721 h 1017"/>
                <a:gd name="T48" fmla="*/ 64 w 1018"/>
                <a:gd name="T49" fmla="*/ 86 h 1017"/>
                <a:gd name="T50" fmla="*/ 80 w 1018"/>
                <a:gd name="T51" fmla="*/ 65 h 1017"/>
                <a:gd name="T52" fmla="*/ 711 w 1018"/>
                <a:gd name="T53" fmla="*/ 65 h 1017"/>
                <a:gd name="T54" fmla="*/ 727 w 1018"/>
                <a:gd name="T55" fmla="*/ 86 h 1017"/>
                <a:gd name="T56" fmla="*/ 720 w 1018"/>
                <a:gd name="T57" fmla="*/ 470 h 1017"/>
                <a:gd name="T58" fmla="*/ 429 w 1018"/>
                <a:gd name="T59" fmla="*/ 476 h 1017"/>
                <a:gd name="T60" fmla="*/ 350 w 1018"/>
                <a:gd name="T61" fmla="*/ 501 h 1017"/>
                <a:gd name="T62" fmla="*/ 954 w 1018"/>
                <a:gd name="T63" fmla="*/ 928 h 1017"/>
                <a:gd name="T64" fmla="*/ 934 w 1018"/>
                <a:gd name="T65" fmla="*/ 951 h 1017"/>
                <a:gd name="T66" fmla="*/ 900 w 1018"/>
                <a:gd name="T67" fmla="*/ 944 h 1017"/>
                <a:gd name="T68" fmla="*/ 645 w 1018"/>
                <a:gd name="T69" fmla="*/ 711 h 1017"/>
                <a:gd name="T70" fmla="*/ 318 w 1018"/>
                <a:gd name="T71" fmla="*/ 700 h 1017"/>
                <a:gd name="T72" fmla="*/ 293 w 1018"/>
                <a:gd name="T73" fmla="*/ 685 h 1017"/>
                <a:gd name="T74" fmla="*/ 379 w 1018"/>
                <a:gd name="T75" fmla="*/ 557 h 1017"/>
                <a:gd name="T76" fmla="*/ 420 w 1018"/>
                <a:gd name="T77" fmla="*/ 540 h 1017"/>
                <a:gd name="T78" fmla="*/ 727 w 1018"/>
                <a:gd name="T79" fmla="*/ 536 h 1017"/>
                <a:gd name="T80" fmla="*/ 770 w 1018"/>
                <a:gd name="T81" fmla="*/ 508 h 1017"/>
                <a:gd name="T82" fmla="*/ 791 w 1018"/>
                <a:gd name="T83" fmla="*/ 461 h 1017"/>
                <a:gd name="T84" fmla="*/ 938 w 1018"/>
                <a:gd name="T85" fmla="*/ 288 h 1017"/>
                <a:gd name="T86" fmla="*/ 955 w 1018"/>
                <a:gd name="T87" fmla="*/ 311 h 1017"/>
                <a:gd name="T88" fmla="*/ 425 w 1018"/>
                <a:gd name="T89" fmla="*/ 373 h 1017"/>
                <a:gd name="T90" fmla="*/ 445 w 1018"/>
                <a:gd name="T91" fmla="*/ 333 h 1017"/>
                <a:gd name="T92" fmla="*/ 416 w 1018"/>
                <a:gd name="T93" fmla="*/ 289 h 1017"/>
                <a:gd name="T94" fmla="*/ 371 w 1018"/>
                <a:gd name="T95" fmla="*/ 294 h 1017"/>
                <a:gd name="T96" fmla="*/ 350 w 1018"/>
                <a:gd name="T97" fmla="*/ 333 h 1017"/>
                <a:gd name="T98" fmla="*/ 380 w 1018"/>
                <a:gd name="T99" fmla="*/ 377 h 1017"/>
                <a:gd name="T100" fmla="*/ 197 w 1018"/>
                <a:gd name="T101" fmla="*/ 286 h 1017"/>
                <a:gd name="T102" fmla="*/ 160 w 1018"/>
                <a:gd name="T103" fmla="*/ 324 h 1017"/>
                <a:gd name="T104" fmla="*/ 174 w 1018"/>
                <a:gd name="T105" fmla="*/ 367 h 1017"/>
                <a:gd name="T106" fmla="*/ 217 w 1018"/>
                <a:gd name="T107" fmla="*/ 380 h 1017"/>
                <a:gd name="T108" fmla="*/ 254 w 1018"/>
                <a:gd name="T109" fmla="*/ 343 h 1017"/>
                <a:gd name="T110" fmla="*/ 240 w 1018"/>
                <a:gd name="T111" fmla="*/ 300 h 1017"/>
                <a:gd name="T112" fmla="*/ 589 w 1018"/>
                <a:gd name="T113" fmla="*/ 380 h 1017"/>
                <a:gd name="T114" fmla="*/ 629 w 1018"/>
                <a:gd name="T115" fmla="*/ 360 h 1017"/>
                <a:gd name="T116" fmla="*/ 633 w 1018"/>
                <a:gd name="T117" fmla="*/ 315 h 1017"/>
                <a:gd name="T118" fmla="*/ 589 w 1018"/>
                <a:gd name="T119" fmla="*/ 286 h 1017"/>
                <a:gd name="T120" fmla="*/ 549 w 1018"/>
                <a:gd name="T121" fmla="*/ 306 h 1017"/>
                <a:gd name="T122" fmla="*/ 545 w 1018"/>
                <a:gd name="T123" fmla="*/ 351 h 1017"/>
                <a:gd name="T124" fmla="*/ 589 w 1018"/>
                <a:gd name="T125" fmla="*/ 380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8" h="1017">
                  <a:moveTo>
                    <a:pt x="927" y="223"/>
                  </a:moveTo>
                  <a:lnTo>
                    <a:pt x="792" y="223"/>
                  </a:lnTo>
                  <a:lnTo>
                    <a:pt x="792" y="86"/>
                  </a:lnTo>
                  <a:lnTo>
                    <a:pt x="792" y="86"/>
                  </a:lnTo>
                  <a:lnTo>
                    <a:pt x="791" y="78"/>
                  </a:lnTo>
                  <a:lnTo>
                    <a:pt x="789" y="69"/>
                  </a:lnTo>
                  <a:lnTo>
                    <a:pt x="787" y="61"/>
                  </a:lnTo>
                  <a:lnTo>
                    <a:pt x="784" y="53"/>
                  </a:lnTo>
                  <a:lnTo>
                    <a:pt x="780" y="45"/>
                  </a:lnTo>
                  <a:lnTo>
                    <a:pt x="776" y="38"/>
                  </a:lnTo>
                  <a:lnTo>
                    <a:pt x="770" y="31"/>
                  </a:lnTo>
                  <a:lnTo>
                    <a:pt x="765" y="25"/>
                  </a:lnTo>
                  <a:lnTo>
                    <a:pt x="758" y="19"/>
                  </a:lnTo>
                  <a:lnTo>
                    <a:pt x="751" y="15"/>
                  </a:lnTo>
                  <a:lnTo>
                    <a:pt x="743" y="10"/>
                  </a:lnTo>
                  <a:lnTo>
                    <a:pt x="736" y="6"/>
                  </a:lnTo>
                  <a:lnTo>
                    <a:pt x="727" y="3"/>
                  </a:lnTo>
                  <a:lnTo>
                    <a:pt x="719" y="1"/>
                  </a:lnTo>
                  <a:lnTo>
                    <a:pt x="709" y="0"/>
                  </a:lnTo>
                  <a:lnTo>
                    <a:pt x="699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82" y="0"/>
                  </a:lnTo>
                  <a:lnTo>
                    <a:pt x="73" y="1"/>
                  </a:lnTo>
                  <a:lnTo>
                    <a:pt x="64" y="3"/>
                  </a:lnTo>
                  <a:lnTo>
                    <a:pt x="56" y="6"/>
                  </a:lnTo>
                  <a:lnTo>
                    <a:pt x="48" y="10"/>
                  </a:lnTo>
                  <a:lnTo>
                    <a:pt x="41" y="15"/>
                  </a:lnTo>
                  <a:lnTo>
                    <a:pt x="33" y="19"/>
                  </a:lnTo>
                  <a:lnTo>
                    <a:pt x="27" y="25"/>
                  </a:lnTo>
                  <a:lnTo>
                    <a:pt x="21" y="31"/>
                  </a:lnTo>
                  <a:lnTo>
                    <a:pt x="16" y="38"/>
                  </a:lnTo>
                  <a:lnTo>
                    <a:pt x="12" y="45"/>
                  </a:lnTo>
                  <a:lnTo>
                    <a:pt x="7" y="53"/>
                  </a:lnTo>
                  <a:lnTo>
                    <a:pt x="4" y="61"/>
                  </a:lnTo>
                  <a:lnTo>
                    <a:pt x="2" y="69"/>
                  </a:lnTo>
                  <a:lnTo>
                    <a:pt x="1" y="78"/>
                  </a:lnTo>
                  <a:lnTo>
                    <a:pt x="0" y="86"/>
                  </a:lnTo>
                  <a:lnTo>
                    <a:pt x="0" y="698"/>
                  </a:lnTo>
                  <a:lnTo>
                    <a:pt x="0" y="698"/>
                  </a:lnTo>
                  <a:lnTo>
                    <a:pt x="1" y="708"/>
                  </a:lnTo>
                  <a:lnTo>
                    <a:pt x="2" y="716"/>
                  </a:lnTo>
                  <a:lnTo>
                    <a:pt x="4" y="726"/>
                  </a:lnTo>
                  <a:lnTo>
                    <a:pt x="7" y="735"/>
                  </a:lnTo>
                  <a:lnTo>
                    <a:pt x="12" y="743"/>
                  </a:lnTo>
                  <a:lnTo>
                    <a:pt x="16" y="751"/>
                  </a:lnTo>
                  <a:lnTo>
                    <a:pt x="21" y="758"/>
                  </a:lnTo>
                  <a:lnTo>
                    <a:pt x="28" y="766"/>
                  </a:lnTo>
                  <a:lnTo>
                    <a:pt x="28" y="766"/>
                  </a:lnTo>
                  <a:lnTo>
                    <a:pt x="35" y="772"/>
                  </a:lnTo>
                  <a:lnTo>
                    <a:pt x="43" y="777"/>
                  </a:lnTo>
                  <a:lnTo>
                    <a:pt x="51" y="782"/>
                  </a:lnTo>
                  <a:lnTo>
                    <a:pt x="59" y="786"/>
                  </a:lnTo>
                  <a:lnTo>
                    <a:pt x="67" y="789"/>
                  </a:lnTo>
                  <a:lnTo>
                    <a:pt x="77" y="791"/>
                  </a:lnTo>
                  <a:lnTo>
                    <a:pt x="87" y="792"/>
                  </a:lnTo>
                  <a:lnTo>
                    <a:pt x="95" y="794"/>
                  </a:lnTo>
                  <a:lnTo>
                    <a:pt x="95" y="794"/>
                  </a:lnTo>
                  <a:lnTo>
                    <a:pt x="105" y="792"/>
                  </a:lnTo>
                  <a:lnTo>
                    <a:pt x="115" y="791"/>
                  </a:lnTo>
                  <a:lnTo>
                    <a:pt x="123" y="789"/>
                  </a:lnTo>
                  <a:lnTo>
                    <a:pt x="132" y="786"/>
                  </a:lnTo>
                  <a:lnTo>
                    <a:pt x="140" y="783"/>
                  </a:lnTo>
                  <a:lnTo>
                    <a:pt x="148" y="777"/>
                  </a:lnTo>
                  <a:lnTo>
                    <a:pt x="155" y="772"/>
                  </a:lnTo>
                  <a:lnTo>
                    <a:pt x="163" y="766"/>
                  </a:lnTo>
                  <a:lnTo>
                    <a:pt x="230" y="700"/>
                  </a:lnTo>
                  <a:lnTo>
                    <a:pt x="230" y="700"/>
                  </a:lnTo>
                  <a:lnTo>
                    <a:pt x="236" y="713"/>
                  </a:lnTo>
                  <a:lnTo>
                    <a:pt x="243" y="726"/>
                  </a:lnTo>
                  <a:lnTo>
                    <a:pt x="252" y="737"/>
                  </a:lnTo>
                  <a:lnTo>
                    <a:pt x="263" y="745"/>
                  </a:lnTo>
                  <a:lnTo>
                    <a:pt x="276" y="753"/>
                  </a:lnTo>
                  <a:lnTo>
                    <a:pt x="288" y="759"/>
                  </a:lnTo>
                  <a:lnTo>
                    <a:pt x="303" y="762"/>
                  </a:lnTo>
                  <a:lnTo>
                    <a:pt x="318" y="763"/>
                  </a:lnTo>
                  <a:lnTo>
                    <a:pt x="589" y="763"/>
                  </a:lnTo>
                  <a:lnTo>
                    <a:pt x="589" y="763"/>
                  </a:lnTo>
                  <a:lnTo>
                    <a:pt x="597" y="763"/>
                  </a:lnTo>
                  <a:lnTo>
                    <a:pt x="605" y="765"/>
                  </a:lnTo>
                  <a:lnTo>
                    <a:pt x="612" y="767"/>
                  </a:lnTo>
                  <a:lnTo>
                    <a:pt x="620" y="770"/>
                  </a:lnTo>
                  <a:lnTo>
                    <a:pt x="626" y="773"/>
                  </a:lnTo>
                  <a:lnTo>
                    <a:pt x="634" y="777"/>
                  </a:lnTo>
                  <a:lnTo>
                    <a:pt x="640" y="782"/>
                  </a:lnTo>
                  <a:lnTo>
                    <a:pt x="646" y="787"/>
                  </a:lnTo>
                  <a:lnTo>
                    <a:pt x="855" y="989"/>
                  </a:lnTo>
                  <a:lnTo>
                    <a:pt x="855" y="989"/>
                  </a:lnTo>
                  <a:lnTo>
                    <a:pt x="862" y="995"/>
                  </a:lnTo>
                  <a:lnTo>
                    <a:pt x="870" y="1001"/>
                  </a:lnTo>
                  <a:lnTo>
                    <a:pt x="877" y="1006"/>
                  </a:lnTo>
                  <a:lnTo>
                    <a:pt x="886" y="1010"/>
                  </a:lnTo>
                  <a:lnTo>
                    <a:pt x="895" y="1012"/>
                  </a:lnTo>
                  <a:lnTo>
                    <a:pt x="903" y="1016"/>
                  </a:lnTo>
                  <a:lnTo>
                    <a:pt x="913" y="1017"/>
                  </a:lnTo>
                  <a:lnTo>
                    <a:pt x="923" y="1017"/>
                  </a:lnTo>
                  <a:lnTo>
                    <a:pt x="923" y="1017"/>
                  </a:lnTo>
                  <a:lnTo>
                    <a:pt x="932" y="1017"/>
                  </a:lnTo>
                  <a:lnTo>
                    <a:pt x="941" y="1016"/>
                  </a:lnTo>
                  <a:lnTo>
                    <a:pt x="950" y="1012"/>
                  </a:lnTo>
                  <a:lnTo>
                    <a:pt x="959" y="1010"/>
                  </a:lnTo>
                  <a:lnTo>
                    <a:pt x="968" y="1006"/>
                  </a:lnTo>
                  <a:lnTo>
                    <a:pt x="975" y="1001"/>
                  </a:lnTo>
                  <a:lnTo>
                    <a:pt x="983" y="995"/>
                  </a:lnTo>
                  <a:lnTo>
                    <a:pt x="990" y="989"/>
                  </a:lnTo>
                  <a:lnTo>
                    <a:pt x="990" y="989"/>
                  </a:lnTo>
                  <a:lnTo>
                    <a:pt x="997" y="982"/>
                  </a:lnTo>
                  <a:lnTo>
                    <a:pt x="1002" y="975"/>
                  </a:lnTo>
                  <a:lnTo>
                    <a:pt x="1006" y="966"/>
                  </a:lnTo>
                  <a:lnTo>
                    <a:pt x="1011" y="958"/>
                  </a:lnTo>
                  <a:lnTo>
                    <a:pt x="1014" y="949"/>
                  </a:lnTo>
                  <a:lnTo>
                    <a:pt x="1016" y="941"/>
                  </a:lnTo>
                  <a:lnTo>
                    <a:pt x="1017" y="931"/>
                  </a:lnTo>
                  <a:lnTo>
                    <a:pt x="1018" y="921"/>
                  </a:lnTo>
                  <a:lnTo>
                    <a:pt x="1018" y="311"/>
                  </a:lnTo>
                  <a:lnTo>
                    <a:pt x="1018" y="311"/>
                  </a:lnTo>
                  <a:lnTo>
                    <a:pt x="1017" y="301"/>
                  </a:lnTo>
                  <a:lnTo>
                    <a:pt x="1016" y="292"/>
                  </a:lnTo>
                  <a:lnTo>
                    <a:pt x="1014" y="284"/>
                  </a:lnTo>
                  <a:lnTo>
                    <a:pt x="1011" y="276"/>
                  </a:lnTo>
                  <a:lnTo>
                    <a:pt x="1007" y="269"/>
                  </a:lnTo>
                  <a:lnTo>
                    <a:pt x="1002" y="261"/>
                  </a:lnTo>
                  <a:lnTo>
                    <a:pt x="997" y="255"/>
                  </a:lnTo>
                  <a:lnTo>
                    <a:pt x="991" y="248"/>
                  </a:lnTo>
                  <a:lnTo>
                    <a:pt x="985" y="243"/>
                  </a:lnTo>
                  <a:lnTo>
                    <a:pt x="977" y="238"/>
                  </a:lnTo>
                  <a:lnTo>
                    <a:pt x="970" y="233"/>
                  </a:lnTo>
                  <a:lnTo>
                    <a:pt x="962" y="230"/>
                  </a:lnTo>
                  <a:lnTo>
                    <a:pt x="954" y="227"/>
                  </a:lnTo>
                  <a:lnTo>
                    <a:pt x="945" y="225"/>
                  </a:lnTo>
                  <a:lnTo>
                    <a:pt x="935" y="224"/>
                  </a:lnTo>
                  <a:lnTo>
                    <a:pt x="927" y="223"/>
                  </a:lnTo>
                  <a:lnTo>
                    <a:pt x="927" y="223"/>
                  </a:lnTo>
                  <a:close/>
                  <a:moveTo>
                    <a:pt x="118" y="721"/>
                  </a:moveTo>
                  <a:lnTo>
                    <a:pt x="118" y="721"/>
                  </a:lnTo>
                  <a:lnTo>
                    <a:pt x="114" y="725"/>
                  </a:lnTo>
                  <a:lnTo>
                    <a:pt x="108" y="727"/>
                  </a:lnTo>
                  <a:lnTo>
                    <a:pt x="102" y="729"/>
                  </a:lnTo>
                  <a:lnTo>
                    <a:pt x="95" y="729"/>
                  </a:lnTo>
                  <a:lnTo>
                    <a:pt x="90" y="729"/>
                  </a:lnTo>
                  <a:lnTo>
                    <a:pt x="83" y="727"/>
                  </a:lnTo>
                  <a:lnTo>
                    <a:pt x="78" y="725"/>
                  </a:lnTo>
                  <a:lnTo>
                    <a:pt x="73" y="721"/>
                  </a:lnTo>
                  <a:lnTo>
                    <a:pt x="73" y="721"/>
                  </a:lnTo>
                  <a:lnTo>
                    <a:pt x="70" y="715"/>
                  </a:lnTo>
                  <a:lnTo>
                    <a:pt x="66" y="710"/>
                  </a:lnTo>
                  <a:lnTo>
                    <a:pt x="64" y="704"/>
                  </a:lnTo>
                  <a:lnTo>
                    <a:pt x="64" y="698"/>
                  </a:lnTo>
                  <a:lnTo>
                    <a:pt x="64" y="86"/>
                  </a:lnTo>
                  <a:lnTo>
                    <a:pt x="64" y="86"/>
                  </a:lnTo>
                  <a:lnTo>
                    <a:pt x="64" y="82"/>
                  </a:lnTo>
                  <a:lnTo>
                    <a:pt x="66" y="78"/>
                  </a:lnTo>
                  <a:lnTo>
                    <a:pt x="68" y="74"/>
                  </a:lnTo>
                  <a:lnTo>
                    <a:pt x="72" y="70"/>
                  </a:lnTo>
                  <a:lnTo>
                    <a:pt x="76" y="67"/>
                  </a:lnTo>
                  <a:lnTo>
                    <a:pt x="80" y="65"/>
                  </a:lnTo>
                  <a:lnTo>
                    <a:pt x="86" y="63"/>
                  </a:lnTo>
                  <a:lnTo>
                    <a:pt x="92" y="63"/>
                  </a:lnTo>
                  <a:lnTo>
                    <a:pt x="699" y="63"/>
                  </a:lnTo>
                  <a:lnTo>
                    <a:pt x="699" y="63"/>
                  </a:lnTo>
                  <a:lnTo>
                    <a:pt x="706" y="63"/>
                  </a:lnTo>
                  <a:lnTo>
                    <a:pt x="711" y="65"/>
                  </a:lnTo>
                  <a:lnTo>
                    <a:pt x="715" y="67"/>
                  </a:lnTo>
                  <a:lnTo>
                    <a:pt x="720" y="70"/>
                  </a:lnTo>
                  <a:lnTo>
                    <a:pt x="723" y="74"/>
                  </a:lnTo>
                  <a:lnTo>
                    <a:pt x="725" y="78"/>
                  </a:lnTo>
                  <a:lnTo>
                    <a:pt x="727" y="82"/>
                  </a:lnTo>
                  <a:lnTo>
                    <a:pt x="727" y="86"/>
                  </a:lnTo>
                  <a:lnTo>
                    <a:pt x="727" y="452"/>
                  </a:lnTo>
                  <a:lnTo>
                    <a:pt x="727" y="452"/>
                  </a:lnTo>
                  <a:lnTo>
                    <a:pt x="727" y="458"/>
                  </a:lnTo>
                  <a:lnTo>
                    <a:pt x="725" y="462"/>
                  </a:lnTo>
                  <a:lnTo>
                    <a:pt x="723" y="466"/>
                  </a:lnTo>
                  <a:lnTo>
                    <a:pt x="720" y="470"/>
                  </a:lnTo>
                  <a:lnTo>
                    <a:pt x="715" y="473"/>
                  </a:lnTo>
                  <a:lnTo>
                    <a:pt x="711" y="475"/>
                  </a:lnTo>
                  <a:lnTo>
                    <a:pt x="706" y="476"/>
                  </a:lnTo>
                  <a:lnTo>
                    <a:pt x="699" y="476"/>
                  </a:lnTo>
                  <a:lnTo>
                    <a:pt x="429" y="476"/>
                  </a:lnTo>
                  <a:lnTo>
                    <a:pt x="429" y="476"/>
                  </a:lnTo>
                  <a:lnTo>
                    <a:pt x="415" y="477"/>
                  </a:lnTo>
                  <a:lnTo>
                    <a:pt x="401" y="479"/>
                  </a:lnTo>
                  <a:lnTo>
                    <a:pt x="387" y="482"/>
                  </a:lnTo>
                  <a:lnTo>
                    <a:pt x="374" y="487"/>
                  </a:lnTo>
                  <a:lnTo>
                    <a:pt x="361" y="493"/>
                  </a:lnTo>
                  <a:lnTo>
                    <a:pt x="350" y="501"/>
                  </a:lnTo>
                  <a:lnTo>
                    <a:pt x="339" y="508"/>
                  </a:lnTo>
                  <a:lnTo>
                    <a:pt x="328" y="518"/>
                  </a:lnTo>
                  <a:lnTo>
                    <a:pt x="118" y="721"/>
                  </a:lnTo>
                  <a:close/>
                  <a:moveTo>
                    <a:pt x="955" y="921"/>
                  </a:moveTo>
                  <a:lnTo>
                    <a:pt x="955" y="921"/>
                  </a:lnTo>
                  <a:lnTo>
                    <a:pt x="954" y="928"/>
                  </a:lnTo>
                  <a:lnTo>
                    <a:pt x="951" y="934"/>
                  </a:lnTo>
                  <a:lnTo>
                    <a:pt x="949" y="939"/>
                  </a:lnTo>
                  <a:lnTo>
                    <a:pt x="945" y="944"/>
                  </a:lnTo>
                  <a:lnTo>
                    <a:pt x="945" y="944"/>
                  </a:lnTo>
                  <a:lnTo>
                    <a:pt x="940" y="948"/>
                  </a:lnTo>
                  <a:lnTo>
                    <a:pt x="934" y="951"/>
                  </a:lnTo>
                  <a:lnTo>
                    <a:pt x="929" y="952"/>
                  </a:lnTo>
                  <a:lnTo>
                    <a:pt x="923" y="953"/>
                  </a:lnTo>
                  <a:lnTo>
                    <a:pt x="916" y="952"/>
                  </a:lnTo>
                  <a:lnTo>
                    <a:pt x="911" y="951"/>
                  </a:lnTo>
                  <a:lnTo>
                    <a:pt x="904" y="948"/>
                  </a:lnTo>
                  <a:lnTo>
                    <a:pt x="900" y="944"/>
                  </a:lnTo>
                  <a:lnTo>
                    <a:pt x="691" y="742"/>
                  </a:lnTo>
                  <a:lnTo>
                    <a:pt x="691" y="742"/>
                  </a:lnTo>
                  <a:lnTo>
                    <a:pt x="680" y="732"/>
                  </a:lnTo>
                  <a:lnTo>
                    <a:pt x="668" y="724"/>
                  </a:lnTo>
                  <a:lnTo>
                    <a:pt x="656" y="716"/>
                  </a:lnTo>
                  <a:lnTo>
                    <a:pt x="645" y="711"/>
                  </a:lnTo>
                  <a:lnTo>
                    <a:pt x="631" y="706"/>
                  </a:lnTo>
                  <a:lnTo>
                    <a:pt x="618" y="702"/>
                  </a:lnTo>
                  <a:lnTo>
                    <a:pt x="604" y="700"/>
                  </a:lnTo>
                  <a:lnTo>
                    <a:pt x="589" y="700"/>
                  </a:lnTo>
                  <a:lnTo>
                    <a:pt x="318" y="700"/>
                  </a:lnTo>
                  <a:lnTo>
                    <a:pt x="318" y="700"/>
                  </a:lnTo>
                  <a:lnTo>
                    <a:pt x="313" y="699"/>
                  </a:lnTo>
                  <a:lnTo>
                    <a:pt x="308" y="698"/>
                  </a:lnTo>
                  <a:lnTo>
                    <a:pt x="302" y="696"/>
                  </a:lnTo>
                  <a:lnTo>
                    <a:pt x="298" y="693"/>
                  </a:lnTo>
                  <a:lnTo>
                    <a:pt x="295" y="689"/>
                  </a:lnTo>
                  <a:lnTo>
                    <a:pt x="293" y="685"/>
                  </a:lnTo>
                  <a:lnTo>
                    <a:pt x="291" y="681"/>
                  </a:lnTo>
                  <a:lnTo>
                    <a:pt x="291" y="677"/>
                  </a:lnTo>
                  <a:lnTo>
                    <a:pt x="291" y="642"/>
                  </a:lnTo>
                  <a:lnTo>
                    <a:pt x="372" y="563"/>
                  </a:lnTo>
                  <a:lnTo>
                    <a:pt x="372" y="563"/>
                  </a:lnTo>
                  <a:lnTo>
                    <a:pt x="379" y="557"/>
                  </a:lnTo>
                  <a:lnTo>
                    <a:pt x="385" y="553"/>
                  </a:lnTo>
                  <a:lnTo>
                    <a:pt x="391" y="549"/>
                  </a:lnTo>
                  <a:lnTo>
                    <a:pt x="398" y="546"/>
                  </a:lnTo>
                  <a:lnTo>
                    <a:pt x="405" y="544"/>
                  </a:lnTo>
                  <a:lnTo>
                    <a:pt x="413" y="541"/>
                  </a:lnTo>
                  <a:lnTo>
                    <a:pt x="420" y="540"/>
                  </a:lnTo>
                  <a:lnTo>
                    <a:pt x="429" y="540"/>
                  </a:lnTo>
                  <a:lnTo>
                    <a:pt x="699" y="540"/>
                  </a:lnTo>
                  <a:lnTo>
                    <a:pt x="699" y="540"/>
                  </a:lnTo>
                  <a:lnTo>
                    <a:pt x="709" y="539"/>
                  </a:lnTo>
                  <a:lnTo>
                    <a:pt x="719" y="538"/>
                  </a:lnTo>
                  <a:lnTo>
                    <a:pt x="727" y="536"/>
                  </a:lnTo>
                  <a:lnTo>
                    <a:pt x="736" y="533"/>
                  </a:lnTo>
                  <a:lnTo>
                    <a:pt x="743" y="530"/>
                  </a:lnTo>
                  <a:lnTo>
                    <a:pt x="751" y="525"/>
                  </a:lnTo>
                  <a:lnTo>
                    <a:pt x="758" y="520"/>
                  </a:lnTo>
                  <a:lnTo>
                    <a:pt x="765" y="515"/>
                  </a:lnTo>
                  <a:lnTo>
                    <a:pt x="770" y="508"/>
                  </a:lnTo>
                  <a:lnTo>
                    <a:pt x="776" y="502"/>
                  </a:lnTo>
                  <a:lnTo>
                    <a:pt x="780" y="494"/>
                  </a:lnTo>
                  <a:lnTo>
                    <a:pt x="784" y="487"/>
                  </a:lnTo>
                  <a:lnTo>
                    <a:pt x="787" y="478"/>
                  </a:lnTo>
                  <a:lnTo>
                    <a:pt x="789" y="471"/>
                  </a:lnTo>
                  <a:lnTo>
                    <a:pt x="791" y="461"/>
                  </a:lnTo>
                  <a:lnTo>
                    <a:pt x="792" y="452"/>
                  </a:lnTo>
                  <a:lnTo>
                    <a:pt x="792" y="286"/>
                  </a:lnTo>
                  <a:lnTo>
                    <a:pt x="927" y="286"/>
                  </a:lnTo>
                  <a:lnTo>
                    <a:pt x="927" y="286"/>
                  </a:lnTo>
                  <a:lnTo>
                    <a:pt x="932" y="287"/>
                  </a:lnTo>
                  <a:lnTo>
                    <a:pt x="938" y="288"/>
                  </a:lnTo>
                  <a:lnTo>
                    <a:pt x="942" y="290"/>
                  </a:lnTo>
                  <a:lnTo>
                    <a:pt x="946" y="294"/>
                  </a:lnTo>
                  <a:lnTo>
                    <a:pt x="949" y="297"/>
                  </a:lnTo>
                  <a:lnTo>
                    <a:pt x="953" y="301"/>
                  </a:lnTo>
                  <a:lnTo>
                    <a:pt x="954" y="305"/>
                  </a:lnTo>
                  <a:lnTo>
                    <a:pt x="955" y="311"/>
                  </a:lnTo>
                  <a:lnTo>
                    <a:pt x="955" y="921"/>
                  </a:lnTo>
                  <a:close/>
                  <a:moveTo>
                    <a:pt x="398" y="380"/>
                  </a:moveTo>
                  <a:lnTo>
                    <a:pt x="398" y="380"/>
                  </a:lnTo>
                  <a:lnTo>
                    <a:pt x="408" y="380"/>
                  </a:lnTo>
                  <a:lnTo>
                    <a:pt x="416" y="377"/>
                  </a:lnTo>
                  <a:lnTo>
                    <a:pt x="425" y="373"/>
                  </a:lnTo>
                  <a:lnTo>
                    <a:pt x="431" y="367"/>
                  </a:lnTo>
                  <a:lnTo>
                    <a:pt x="438" y="360"/>
                  </a:lnTo>
                  <a:lnTo>
                    <a:pt x="442" y="351"/>
                  </a:lnTo>
                  <a:lnTo>
                    <a:pt x="444" y="343"/>
                  </a:lnTo>
                  <a:lnTo>
                    <a:pt x="445" y="333"/>
                  </a:lnTo>
                  <a:lnTo>
                    <a:pt x="445" y="333"/>
                  </a:lnTo>
                  <a:lnTo>
                    <a:pt x="444" y="324"/>
                  </a:lnTo>
                  <a:lnTo>
                    <a:pt x="442" y="315"/>
                  </a:lnTo>
                  <a:lnTo>
                    <a:pt x="438" y="306"/>
                  </a:lnTo>
                  <a:lnTo>
                    <a:pt x="431" y="300"/>
                  </a:lnTo>
                  <a:lnTo>
                    <a:pt x="425" y="294"/>
                  </a:lnTo>
                  <a:lnTo>
                    <a:pt x="416" y="289"/>
                  </a:lnTo>
                  <a:lnTo>
                    <a:pt x="408" y="286"/>
                  </a:lnTo>
                  <a:lnTo>
                    <a:pt x="398" y="286"/>
                  </a:lnTo>
                  <a:lnTo>
                    <a:pt x="398" y="286"/>
                  </a:lnTo>
                  <a:lnTo>
                    <a:pt x="388" y="286"/>
                  </a:lnTo>
                  <a:lnTo>
                    <a:pt x="380" y="289"/>
                  </a:lnTo>
                  <a:lnTo>
                    <a:pt x="371" y="294"/>
                  </a:lnTo>
                  <a:lnTo>
                    <a:pt x="364" y="300"/>
                  </a:lnTo>
                  <a:lnTo>
                    <a:pt x="358" y="306"/>
                  </a:lnTo>
                  <a:lnTo>
                    <a:pt x="354" y="315"/>
                  </a:lnTo>
                  <a:lnTo>
                    <a:pt x="351" y="324"/>
                  </a:lnTo>
                  <a:lnTo>
                    <a:pt x="350" y="333"/>
                  </a:lnTo>
                  <a:lnTo>
                    <a:pt x="350" y="333"/>
                  </a:lnTo>
                  <a:lnTo>
                    <a:pt x="351" y="343"/>
                  </a:lnTo>
                  <a:lnTo>
                    <a:pt x="354" y="351"/>
                  </a:lnTo>
                  <a:lnTo>
                    <a:pt x="358" y="360"/>
                  </a:lnTo>
                  <a:lnTo>
                    <a:pt x="364" y="367"/>
                  </a:lnTo>
                  <a:lnTo>
                    <a:pt x="371" y="373"/>
                  </a:lnTo>
                  <a:lnTo>
                    <a:pt x="380" y="377"/>
                  </a:lnTo>
                  <a:lnTo>
                    <a:pt x="388" y="380"/>
                  </a:lnTo>
                  <a:lnTo>
                    <a:pt x="398" y="380"/>
                  </a:lnTo>
                  <a:lnTo>
                    <a:pt x="398" y="380"/>
                  </a:lnTo>
                  <a:close/>
                  <a:moveTo>
                    <a:pt x="207" y="286"/>
                  </a:moveTo>
                  <a:lnTo>
                    <a:pt x="207" y="286"/>
                  </a:lnTo>
                  <a:lnTo>
                    <a:pt x="197" y="286"/>
                  </a:lnTo>
                  <a:lnTo>
                    <a:pt x="189" y="289"/>
                  </a:lnTo>
                  <a:lnTo>
                    <a:pt x="180" y="294"/>
                  </a:lnTo>
                  <a:lnTo>
                    <a:pt x="174" y="300"/>
                  </a:lnTo>
                  <a:lnTo>
                    <a:pt x="167" y="306"/>
                  </a:lnTo>
                  <a:lnTo>
                    <a:pt x="163" y="315"/>
                  </a:lnTo>
                  <a:lnTo>
                    <a:pt x="160" y="324"/>
                  </a:lnTo>
                  <a:lnTo>
                    <a:pt x="160" y="333"/>
                  </a:lnTo>
                  <a:lnTo>
                    <a:pt x="160" y="333"/>
                  </a:lnTo>
                  <a:lnTo>
                    <a:pt x="160" y="343"/>
                  </a:lnTo>
                  <a:lnTo>
                    <a:pt x="163" y="351"/>
                  </a:lnTo>
                  <a:lnTo>
                    <a:pt x="167" y="360"/>
                  </a:lnTo>
                  <a:lnTo>
                    <a:pt x="174" y="367"/>
                  </a:lnTo>
                  <a:lnTo>
                    <a:pt x="180" y="373"/>
                  </a:lnTo>
                  <a:lnTo>
                    <a:pt x="189" y="377"/>
                  </a:lnTo>
                  <a:lnTo>
                    <a:pt x="197" y="380"/>
                  </a:lnTo>
                  <a:lnTo>
                    <a:pt x="207" y="380"/>
                  </a:lnTo>
                  <a:lnTo>
                    <a:pt x="207" y="380"/>
                  </a:lnTo>
                  <a:lnTo>
                    <a:pt x="217" y="380"/>
                  </a:lnTo>
                  <a:lnTo>
                    <a:pt x="225" y="377"/>
                  </a:lnTo>
                  <a:lnTo>
                    <a:pt x="234" y="373"/>
                  </a:lnTo>
                  <a:lnTo>
                    <a:pt x="240" y="367"/>
                  </a:lnTo>
                  <a:lnTo>
                    <a:pt x="247" y="360"/>
                  </a:lnTo>
                  <a:lnTo>
                    <a:pt x="251" y="351"/>
                  </a:lnTo>
                  <a:lnTo>
                    <a:pt x="254" y="343"/>
                  </a:lnTo>
                  <a:lnTo>
                    <a:pt x="254" y="333"/>
                  </a:lnTo>
                  <a:lnTo>
                    <a:pt x="254" y="333"/>
                  </a:lnTo>
                  <a:lnTo>
                    <a:pt x="254" y="324"/>
                  </a:lnTo>
                  <a:lnTo>
                    <a:pt x="251" y="315"/>
                  </a:lnTo>
                  <a:lnTo>
                    <a:pt x="247" y="306"/>
                  </a:lnTo>
                  <a:lnTo>
                    <a:pt x="240" y="300"/>
                  </a:lnTo>
                  <a:lnTo>
                    <a:pt x="234" y="294"/>
                  </a:lnTo>
                  <a:lnTo>
                    <a:pt x="225" y="289"/>
                  </a:lnTo>
                  <a:lnTo>
                    <a:pt x="217" y="286"/>
                  </a:lnTo>
                  <a:lnTo>
                    <a:pt x="207" y="286"/>
                  </a:lnTo>
                  <a:lnTo>
                    <a:pt x="207" y="286"/>
                  </a:lnTo>
                  <a:close/>
                  <a:moveTo>
                    <a:pt x="589" y="380"/>
                  </a:moveTo>
                  <a:lnTo>
                    <a:pt x="589" y="380"/>
                  </a:lnTo>
                  <a:lnTo>
                    <a:pt x="598" y="380"/>
                  </a:lnTo>
                  <a:lnTo>
                    <a:pt x="607" y="377"/>
                  </a:lnTo>
                  <a:lnTo>
                    <a:pt x="616" y="373"/>
                  </a:lnTo>
                  <a:lnTo>
                    <a:pt x="622" y="367"/>
                  </a:lnTo>
                  <a:lnTo>
                    <a:pt x="629" y="360"/>
                  </a:lnTo>
                  <a:lnTo>
                    <a:pt x="633" y="351"/>
                  </a:lnTo>
                  <a:lnTo>
                    <a:pt x="635" y="343"/>
                  </a:lnTo>
                  <a:lnTo>
                    <a:pt x="636" y="333"/>
                  </a:lnTo>
                  <a:lnTo>
                    <a:pt x="636" y="333"/>
                  </a:lnTo>
                  <a:lnTo>
                    <a:pt x="635" y="324"/>
                  </a:lnTo>
                  <a:lnTo>
                    <a:pt x="633" y="315"/>
                  </a:lnTo>
                  <a:lnTo>
                    <a:pt x="629" y="306"/>
                  </a:lnTo>
                  <a:lnTo>
                    <a:pt x="622" y="300"/>
                  </a:lnTo>
                  <a:lnTo>
                    <a:pt x="616" y="294"/>
                  </a:lnTo>
                  <a:lnTo>
                    <a:pt x="607" y="289"/>
                  </a:lnTo>
                  <a:lnTo>
                    <a:pt x="598" y="286"/>
                  </a:lnTo>
                  <a:lnTo>
                    <a:pt x="589" y="286"/>
                  </a:lnTo>
                  <a:lnTo>
                    <a:pt x="589" y="286"/>
                  </a:lnTo>
                  <a:lnTo>
                    <a:pt x="579" y="286"/>
                  </a:lnTo>
                  <a:lnTo>
                    <a:pt x="570" y="289"/>
                  </a:lnTo>
                  <a:lnTo>
                    <a:pt x="562" y="294"/>
                  </a:lnTo>
                  <a:lnTo>
                    <a:pt x="554" y="300"/>
                  </a:lnTo>
                  <a:lnTo>
                    <a:pt x="549" y="306"/>
                  </a:lnTo>
                  <a:lnTo>
                    <a:pt x="545" y="315"/>
                  </a:lnTo>
                  <a:lnTo>
                    <a:pt x="542" y="324"/>
                  </a:lnTo>
                  <a:lnTo>
                    <a:pt x="541" y="333"/>
                  </a:lnTo>
                  <a:lnTo>
                    <a:pt x="541" y="333"/>
                  </a:lnTo>
                  <a:lnTo>
                    <a:pt x="542" y="343"/>
                  </a:lnTo>
                  <a:lnTo>
                    <a:pt x="545" y="351"/>
                  </a:lnTo>
                  <a:lnTo>
                    <a:pt x="549" y="360"/>
                  </a:lnTo>
                  <a:lnTo>
                    <a:pt x="554" y="367"/>
                  </a:lnTo>
                  <a:lnTo>
                    <a:pt x="562" y="373"/>
                  </a:lnTo>
                  <a:lnTo>
                    <a:pt x="570" y="377"/>
                  </a:lnTo>
                  <a:lnTo>
                    <a:pt x="579" y="380"/>
                  </a:lnTo>
                  <a:lnTo>
                    <a:pt x="589" y="380"/>
                  </a:lnTo>
                  <a:lnTo>
                    <a:pt x="589" y="38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769156" y="3496604"/>
            <a:ext cx="648000" cy="648000"/>
            <a:chOff x="769156" y="3496604"/>
            <a:chExt cx="648000" cy="648000"/>
          </a:xfrm>
        </p:grpSpPr>
        <p:sp>
          <p:nvSpPr>
            <p:cNvPr id="50" name="椭圆 29"/>
            <p:cNvSpPr/>
            <p:nvPr/>
          </p:nvSpPr>
          <p:spPr>
            <a:xfrm>
              <a:off x="769156" y="3496604"/>
              <a:ext cx="648000" cy="648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Freeform 47"/>
            <p:cNvSpPr>
              <a:spLocks noEditPoints="1"/>
            </p:cNvSpPr>
            <p:nvPr/>
          </p:nvSpPr>
          <p:spPr bwMode="auto">
            <a:xfrm>
              <a:off x="932025" y="3688842"/>
              <a:ext cx="322263" cy="263525"/>
            </a:xfrm>
            <a:custGeom>
              <a:avLst/>
              <a:gdLst>
                <a:gd name="T0" fmla="*/ 53 w 1017"/>
                <a:gd name="T1" fmla="*/ 288 h 828"/>
                <a:gd name="T2" fmla="*/ 19 w 1017"/>
                <a:gd name="T3" fmla="*/ 329 h 828"/>
                <a:gd name="T4" fmla="*/ 0 w 1017"/>
                <a:gd name="T5" fmla="*/ 415 h 828"/>
                <a:gd name="T6" fmla="*/ 25 w 1017"/>
                <a:gd name="T7" fmla="*/ 512 h 828"/>
                <a:gd name="T8" fmla="*/ 158 w 1017"/>
                <a:gd name="T9" fmla="*/ 573 h 828"/>
                <a:gd name="T10" fmla="*/ 166 w 1017"/>
                <a:gd name="T11" fmla="*/ 737 h 828"/>
                <a:gd name="T12" fmla="*/ 209 w 1017"/>
                <a:gd name="T13" fmla="*/ 785 h 828"/>
                <a:gd name="T14" fmla="*/ 413 w 1017"/>
                <a:gd name="T15" fmla="*/ 795 h 828"/>
                <a:gd name="T16" fmla="*/ 474 w 1017"/>
                <a:gd name="T17" fmla="*/ 774 h 828"/>
                <a:gd name="T18" fmla="*/ 506 w 1017"/>
                <a:gd name="T19" fmla="*/ 719 h 828"/>
                <a:gd name="T20" fmla="*/ 654 w 1017"/>
                <a:gd name="T21" fmla="*/ 731 h 828"/>
                <a:gd name="T22" fmla="*/ 693 w 1017"/>
                <a:gd name="T23" fmla="*/ 727 h 828"/>
                <a:gd name="T24" fmla="*/ 745 w 1017"/>
                <a:gd name="T25" fmla="*/ 629 h 828"/>
                <a:gd name="T26" fmla="*/ 763 w 1017"/>
                <a:gd name="T27" fmla="*/ 358 h 828"/>
                <a:gd name="T28" fmla="*/ 724 w 1017"/>
                <a:gd name="T29" fmla="*/ 136 h 828"/>
                <a:gd name="T30" fmla="*/ 667 w 1017"/>
                <a:gd name="T31" fmla="*/ 96 h 828"/>
                <a:gd name="T32" fmla="*/ 440 w 1017"/>
                <a:gd name="T33" fmla="*/ 718 h 828"/>
                <a:gd name="T34" fmla="*/ 254 w 1017"/>
                <a:gd name="T35" fmla="*/ 732 h 828"/>
                <a:gd name="T36" fmla="*/ 223 w 1017"/>
                <a:gd name="T37" fmla="*/ 706 h 828"/>
                <a:gd name="T38" fmla="*/ 593 w 1017"/>
                <a:gd name="T39" fmla="*/ 643 h 828"/>
                <a:gd name="T40" fmla="*/ 64 w 1017"/>
                <a:gd name="T41" fmla="*/ 427 h 828"/>
                <a:gd name="T42" fmla="*/ 76 w 1017"/>
                <a:gd name="T43" fmla="*/ 356 h 828"/>
                <a:gd name="T44" fmla="*/ 578 w 1017"/>
                <a:gd name="T45" fmla="*/ 276 h 828"/>
                <a:gd name="T46" fmla="*/ 574 w 1017"/>
                <a:gd name="T47" fmla="*/ 490 h 828"/>
                <a:gd name="T48" fmla="*/ 593 w 1017"/>
                <a:gd name="T49" fmla="*/ 643 h 828"/>
                <a:gd name="T50" fmla="*/ 642 w 1017"/>
                <a:gd name="T51" fmla="*/ 557 h 828"/>
                <a:gd name="T52" fmla="*/ 642 w 1017"/>
                <a:gd name="T53" fmla="*/ 271 h 828"/>
                <a:gd name="T54" fmla="*/ 672 w 1017"/>
                <a:gd name="T55" fmla="*/ 175 h 828"/>
                <a:gd name="T56" fmla="*/ 699 w 1017"/>
                <a:gd name="T57" fmla="*/ 415 h 828"/>
                <a:gd name="T58" fmla="*/ 678 w 1017"/>
                <a:gd name="T59" fmla="*/ 638 h 828"/>
                <a:gd name="T60" fmla="*/ 857 w 1017"/>
                <a:gd name="T61" fmla="*/ 621 h 828"/>
                <a:gd name="T62" fmla="*/ 890 w 1017"/>
                <a:gd name="T63" fmla="*/ 415 h 828"/>
                <a:gd name="T64" fmla="*/ 846 w 1017"/>
                <a:gd name="T65" fmla="*/ 176 h 828"/>
                <a:gd name="T66" fmla="*/ 809 w 1017"/>
                <a:gd name="T67" fmla="*/ 128 h 828"/>
                <a:gd name="T68" fmla="*/ 776 w 1017"/>
                <a:gd name="T69" fmla="*/ 143 h 828"/>
                <a:gd name="T70" fmla="*/ 787 w 1017"/>
                <a:gd name="T71" fmla="*/ 200 h 828"/>
                <a:gd name="T72" fmla="*/ 827 w 1017"/>
                <a:gd name="T73" fmla="*/ 415 h 828"/>
                <a:gd name="T74" fmla="*/ 797 w 1017"/>
                <a:gd name="T75" fmla="*/ 599 h 828"/>
                <a:gd name="T76" fmla="*/ 774 w 1017"/>
                <a:gd name="T77" fmla="*/ 680 h 828"/>
                <a:gd name="T78" fmla="*/ 804 w 1017"/>
                <a:gd name="T79" fmla="*/ 700 h 828"/>
                <a:gd name="T80" fmla="*/ 832 w 1017"/>
                <a:gd name="T81" fmla="*/ 682 h 828"/>
                <a:gd name="T82" fmla="*/ 830 w 1017"/>
                <a:gd name="T83" fmla="*/ 1 h 828"/>
                <a:gd name="T84" fmla="*/ 807 w 1017"/>
                <a:gd name="T85" fmla="*/ 28 h 828"/>
                <a:gd name="T86" fmla="*/ 832 w 1017"/>
                <a:gd name="T87" fmla="*/ 71 h 828"/>
                <a:gd name="T88" fmla="*/ 917 w 1017"/>
                <a:gd name="T89" fmla="*/ 209 h 828"/>
                <a:gd name="T90" fmla="*/ 954 w 1017"/>
                <a:gd name="T91" fmla="*/ 387 h 828"/>
                <a:gd name="T92" fmla="*/ 938 w 1017"/>
                <a:gd name="T93" fmla="*/ 547 h 828"/>
                <a:gd name="T94" fmla="*/ 874 w 1017"/>
                <a:gd name="T95" fmla="*/ 705 h 828"/>
                <a:gd name="T96" fmla="*/ 810 w 1017"/>
                <a:gd name="T97" fmla="*/ 781 h 828"/>
                <a:gd name="T98" fmla="*/ 814 w 1017"/>
                <a:gd name="T99" fmla="*/ 817 h 828"/>
                <a:gd name="T100" fmla="*/ 849 w 1017"/>
                <a:gd name="T101" fmla="*/ 825 h 828"/>
                <a:gd name="T102" fmla="*/ 926 w 1017"/>
                <a:gd name="T103" fmla="*/ 743 h 828"/>
                <a:gd name="T104" fmla="*/ 1001 w 1017"/>
                <a:gd name="T105" fmla="*/ 565 h 828"/>
                <a:gd name="T106" fmla="*/ 1017 w 1017"/>
                <a:gd name="T107" fmla="*/ 383 h 828"/>
                <a:gd name="T108" fmla="*/ 975 w 1017"/>
                <a:gd name="T109" fmla="*/ 182 h 828"/>
                <a:gd name="T110" fmla="*/ 877 w 1017"/>
                <a:gd name="T111" fmla="*/ 26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17" h="828">
                  <a:moveTo>
                    <a:pt x="667" y="96"/>
                  </a:moveTo>
                  <a:lnTo>
                    <a:pt x="667" y="96"/>
                  </a:lnTo>
                  <a:lnTo>
                    <a:pt x="662" y="96"/>
                  </a:lnTo>
                  <a:lnTo>
                    <a:pt x="654" y="97"/>
                  </a:lnTo>
                  <a:lnTo>
                    <a:pt x="647" y="99"/>
                  </a:lnTo>
                  <a:lnTo>
                    <a:pt x="637" y="104"/>
                  </a:lnTo>
                  <a:lnTo>
                    <a:pt x="53" y="288"/>
                  </a:lnTo>
                  <a:lnTo>
                    <a:pt x="53" y="288"/>
                  </a:lnTo>
                  <a:lnTo>
                    <a:pt x="47" y="291"/>
                  </a:lnTo>
                  <a:lnTo>
                    <a:pt x="40" y="297"/>
                  </a:lnTo>
                  <a:lnTo>
                    <a:pt x="40" y="297"/>
                  </a:lnTo>
                  <a:lnTo>
                    <a:pt x="33" y="306"/>
                  </a:lnTo>
                  <a:lnTo>
                    <a:pt x="25" y="316"/>
                  </a:lnTo>
                  <a:lnTo>
                    <a:pt x="19" y="329"/>
                  </a:lnTo>
                  <a:lnTo>
                    <a:pt x="11" y="345"/>
                  </a:lnTo>
                  <a:lnTo>
                    <a:pt x="5" y="365"/>
                  </a:lnTo>
                  <a:lnTo>
                    <a:pt x="3" y="376"/>
                  </a:lnTo>
                  <a:lnTo>
                    <a:pt x="1" y="388"/>
                  </a:lnTo>
                  <a:lnTo>
                    <a:pt x="0" y="401"/>
                  </a:lnTo>
                  <a:lnTo>
                    <a:pt x="0" y="415"/>
                  </a:lnTo>
                  <a:lnTo>
                    <a:pt x="0" y="415"/>
                  </a:lnTo>
                  <a:lnTo>
                    <a:pt x="0" y="427"/>
                  </a:lnTo>
                  <a:lnTo>
                    <a:pt x="1" y="440"/>
                  </a:lnTo>
                  <a:lnTo>
                    <a:pt x="3" y="452"/>
                  </a:lnTo>
                  <a:lnTo>
                    <a:pt x="5" y="464"/>
                  </a:lnTo>
                  <a:lnTo>
                    <a:pt x="11" y="483"/>
                  </a:lnTo>
                  <a:lnTo>
                    <a:pt x="19" y="499"/>
                  </a:lnTo>
                  <a:lnTo>
                    <a:pt x="25" y="512"/>
                  </a:lnTo>
                  <a:lnTo>
                    <a:pt x="33" y="522"/>
                  </a:lnTo>
                  <a:lnTo>
                    <a:pt x="40" y="531"/>
                  </a:lnTo>
                  <a:lnTo>
                    <a:pt x="40" y="531"/>
                  </a:lnTo>
                  <a:lnTo>
                    <a:pt x="47" y="537"/>
                  </a:lnTo>
                  <a:lnTo>
                    <a:pt x="53" y="540"/>
                  </a:lnTo>
                  <a:lnTo>
                    <a:pt x="158" y="573"/>
                  </a:lnTo>
                  <a:lnTo>
                    <a:pt x="158" y="573"/>
                  </a:lnTo>
                  <a:lnTo>
                    <a:pt x="158" y="573"/>
                  </a:lnTo>
                  <a:lnTo>
                    <a:pt x="158" y="700"/>
                  </a:lnTo>
                  <a:lnTo>
                    <a:pt x="158" y="700"/>
                  </a:lnTo>
                  <a:lnTo>
                    <a:pt x="160" y="710"/>
                  </a:lnTo>
                  <a:lnTo>
                    <a:pt x="161" y="719"/>
                  </a:lnTo>
                  <a:lnTo>
                    <a:pt x="163" y="729"/>
                  </a:lnTo>
                  <a:lnTo>
                    <a:pt x="166" y="737"/>
                  </a:lnTo>
                  <a:lnTo>
                    <a:pt x="170" y="746"/>
                  </a:lnTo>
                  <a:lnTo>
                    <a:pt x="175" y="754"/>
                  </a:lnTo>
                  <a:lnTo>
                    <a:pt x="180" y="761"/>
                  </a:lnTo>
                  <a:lnTo>
                    <a:pt x="186" y="768"/>
                  </a:lnTo>
                  <a:lnTo>
                    <a:pt x="193" y="774"/>
                  </a:lnTo>
                  <a:lnTo>
                    <a:pt x="200" y="779"/>
                  </a:lnTo>
                  <a:lnTo>
                    <a:pt x="209" y="785"/>
                  </a:lnTo>
                  <a:lnTo>
                    <a:pt x="216" y="788"/>
                  </a:lnTo>
                  <a:lnTo>
                    <a:pt x="226" y="791"/>
                  </a:lnTo>
                  <a:lnTo>
                    <a:pt x="235" y="793"/>
                  </a:lnTo>
                  <a:lnTo>
                    <a:pt x="244" y="795"/>
                  </a:lnTo>
                  <a:lnTo>
                    <a:pt x="254" y="795"/>
                  </a:lnTo>
                  <a:lnTo>
                    <a:pt x="413" y="795"/>
                  </a:lnTo>
                  <a:lnTo>
                    <a:pt x="413" y="795"/>
                  </a:lnTo>
                  <a:lnTo>
                    <a:pt x="422" y="795"/>
                  </a:lnTo>
                  <a:lnTo>
                    <a:pt x="432" y="793"/>
                  </a:lnTo>
                  <a:lnTo>
                    <a:pt x="442" y="791"/>
                  </a:lnTo>
                  <a:lnTo>
                    <a:pt x="450" y="788"/>
                  </a:lnTo>
                  <a:lnTo>
                    <a:pt x="459" y="785"/>
                  </a:lnTo>
                  <a:lnTo>
                    <a:pt x="466" y="779"/>
                  </a:lnTo>
                  <a:lnTo>
                    <a:pt x="474" y="774"/>
                  </a:lnTo>
                  <a:lnTo>
                    <a:pt x="480" y="768"/>
                  </a:lnTo>
                  <a:lnTo>
                    <a:pt x="487" y="761"/>
                  </a:lnTo>
                  <a:lnTo>
                    <a:pt x="492" y="754"/>
                  </a:lnTo>
                  <a:lnTo>
                    <a:pt x="496" y="746"/>
                  </a:lnTo>
                  <a:lnTo>
                    <a:pt x="501" y="737"/>
                  </a:lnTo>
                  <a:lnTo>
                    <a:pt x="504" y="729"/>
                  </a:lnTo>
                  <a:lnTo>
                    <a:pt x="506" y="719"/>
                  </a:lnTo>
                  <a:lnTo>
                    <a:pt x="508" y="710"/>
                  </a:lnTo>
                  <a:lnTo>
                    <a:pt x="508" y="700"/>
                  </a:lnTo>
                  <a:lnTo>
                    <a:pt x="508" y="684"/>
                  </a:lnTo>
                  <a:lnTo>
                    <a:pt x="637" y="725"/>
                  </a:lnTo>
                  <a:lnTo>
                    <a:pt x="637" y="725"/>
                  </a:lnTo>
                  <a:lnTo>
                    <a:pt x="647" y="729"/>
                  </a:lnTo>
                  <a:lnTo>
                    <a:pt x="654" y="731"/>
                  </a:lnTo>
                  <a:lnTo>
                    <a:pt x="662" y="732"/>
                  </a:lnTo>
                  <a:lnTo>
                    <a:pt x="667" y="732"/>
                  </a:lnTo>
                  <a:lnTo>
                    <a:pt x="667" y="732"/>
                  </a:lnTo>
                  <a:lnTo>
                    <a:pt x="667" y="732"/>
                  </a:lnTo>
                  <a:lnTo>
                    <a:pt x="679" y="731"/>
                  </a:lnTo>
                  <a:lnTo>
                    <a:pt x="685" y="730"/>
                  </a:lnTo>
                  <a:lnTo>
                    <a:pt x="693" y="727"/>
                  </a:lnTo>
                  <a:lnTo>
                    <a:pt x="700" y="722"/>
                  </a:lnTo>
                  <a:lnTo>
                    <a:pt x="708" y="715"/>
                  </a:lnTo>
                  <a:lnTo>
                    <a:pt x="716" y="705"/>
                  </a:lnTo>
                  <a:lnTo>
                    <a:pt x="724" y="692"/>
                  </a:lnTo>
                  <a:lnTo>
                    <a:pt x="731" y="675"/>
                  </a:lnTo>
                  <a:lnTo>
                    <a:pt x="739" y="654"/>
                  </a:lnTo>
                  <a:lnTo>
                    <a:pt x="745" y="629"/>
                  </a:lnTo>
                  <a:lnTo>
                    <a:pt x="752" y="598"/>
                  </a:lnTo>
                  <a:lnTo>
                    <a:pt x="756" y="562"/>
                  </a:lnTo>
                  <a:lnTo>
                    <a:pt x="759" y="519"/>
                  </a:lnTo>
                  <a:lnTo>
                    <a:pt x="763" y="470"/>
                  </a:lnTo>
                  <a:lnTo>
                    <a:pt x="763" y="415"/>
                  </a:lnTo>
                  <a:lnTo>
                    <a:pt x="763" y="415"/>
                  </a:lnTo>
                  <a:lnTo>
                    <a:pt x="763" y="358"/>
                  </a:lnTo>
                  <a:lnTo>
                    <a:pt x="759" y="309"/>
                  </a:lnTo>
                  <a:lnTo>
                    <a:pt x="756" y="266"/>
                  </a:lnTo>
                  <a:lnTo>
                    <a:pt x="751" y="230"/>
                  </a:lnTo>
                  <a:lnTo>
                    <a:pt x="745" y="199"/>
                  </a:lnTo>
                  <a:lnTo>
                    <a:pt x="739" y="174"/>
                  </a:lnTo>
                  <a:lnTo>
                    <a:pt x="731" y="153"/>
                  </a:lnTo>
                  <a:lnTo>
                    <a:pt x="724" y="136"/>
                  </a:lnTo>
                  <a:lnTo>
                    <a:pt x="716" y="123"/>
                  </a:lnTo>
                  <a:lnTo>
                    <a:pt x="708" y="113"/>
                  </a:lnTo>
                  <a:lnTo>
                    <a:pt x="700" y="106"/>
                  </a:lnTo>
                  <a:lnTo>
                    <a:pt x="693" y="101"/>
                  </a:lnTo>
                  <a:lnTo>
                    <a:pt x="685" y="98"/>
                  </a:lnTo>
                  <a:lnTo>
                    <a:pt x="678" y="97"/>
                  </a:lnTo>
                  <a:lnTo>
                    <a:pt x="667" y="96"/>
                  </a:lnTo>
                  <a:lnTo>
                    <a:pt x="667" y="96"/>
                  </a:lnTo>
                  <a:close/>
                  <a:moveTo>
                    <a:pt x="445" y="669"/>
                  </a:moveTo>
                  <a:lnTo>
                    <a:pt x="445" y="700"/>
                  </a:lnTo>
                  <a:lnTo>
                    <a:pt x="445" y="700"/>
                  </a:lnTo>
                  <a:lnTo>
                    <a:pt x="444" y="706"/>
                  </a:lnTo>
                  <a:lnTo>
                    <a:pt x="443" y="713"/>
                  </a:lnTo>
                  <a:lnTo>
                    <a:pt x="440" y="718"/>
                  </a:lnTo>
                  <a:lnTo>
                    <a:pt x="435" y="722"/>
                  </a:lnTo>
                  <a:lnTo>
                    <a:pt x="431" y="727"/>
                  </a:lnTo>
                  <a:lnTo>
                    <a:pt x="426" y="730"/>
                  </a:lnTo>
                  <a:lnTo>
                    <a:pt x="419" y="731"/>
                  </a:lnTo>
                  <a:lnTo>
                    <a:pt x="413" y="732"/>
                  </a:lnTo>
                  <a:lnTo>
                    <a:pt x="254" y="732"/>
                  </a:lnTo>
                  <a:lnTo>
                    <a:pt x="254" y="732"/>
                  </a:lnTo>
                  <a:lnTo>
                    <a:pt x="248" y="731"/>
                  </a:lnTo>
                  <a:lnTo>
                    <a:pt x="241" y="730"/>
                  </a:lnTo>
                  <a:lnTo>
                    <a:pt x="236" y="727"/>
                  </a:lnTo>
                  <a:lnTo>
                    <a:pt x="231" y="722"/>
                  </a:lnTo>
                  <a:lnTo>
                    <a:pt x="227" y="718"/>
                  </a:lnTo>
                  <a:lnTo>
                    <a:pt x="225" y="713"/>
                  </a:lnTo>
                  <a:lnTo>
                    <a:pt x="223" y="706"/>
                  </a:lnTo>
                  <a:lnTo>
                    <a:pt x="222" y="700"/>
                  </a:lnTo>
                  <a:lnTo>
                    <a:pt x="222" y="593"/>
                  </a:lnTo>
                  <a:lnTo>
                    <a:pt x="446" y="663"/>
                  </a:lnTo>
                  <a:lnTo>
                    <a:pt x="446" y="663"/>
                  </a:lnTo>
                  <a:lnTo>
                    <a:pt x="445" y="669"/>
                  </a:lnTo>
                  <a:lnTo>
                    <a:pt x="445" y="669"/>
                  </a:lnTo>
                  <a:close/>
                  <a:moveTo>
                    <a:pt x="593" y="643"/>
                  </a:moveTo>
                  <a:lnTo>
                    <a:pt x="82" y="482"/>
                  </a:lnTo>
                  <a:lnTo>
                    <a:pt x="82" y="482"/>
                  </a:lnTo>
                  <a:lnTo>
                    <a:pt x="76" y="472"/>
                  </a:lnTo>
                  <a:lnTo>
                    <a:pt x="70" y="457"/>
                  </a:lnTo>
                  <a:lnTo>
                    <a:pt x="67" y="449"/>
                  </a:lnTo>
                  <a:lnTo>
                    <a:pt x="65" y="438"/>
                  </a:lnTo>
                  <a:lnTo>
                    <a:pt x="64" y="427"/>
                  </a:lnTo>
                  <a:lnTo>
                    <a:pt x="63" y="415"/>
                  </a:lnTo>
                  <a:lnTo>
                    <a:pt x="63" y="415"/>
                  </a:lnTo>
                  <a:lnTo>
                    <a:pt x="64" y="402"/>
                  </a:lnTo>
                  <a:lnTo>
                    <a:pt x="65" y="390"/>
                  </a:lnTo>
                  <a:lnTo>
                    <a:pt x="67" y="379"/>
                  </a:lnTo>
                  <a:lnTo>
                    <a:pt x="70" y="371"/>
                  </a:lnTo>
                  <a:lnTo>
                    <a:pt x="76" y="356"/>
                  </a:lnTo>
                  <a:lnTo>
                    <a:pt x="82" y="346"/>
                  </a:lnTo>
                  <a:lnTo>
                    <a:pt x="593" y="185"/>
                  </a:lnTo>
                  <a:lnTo>
                    <a:pt x="593" y="185"/>
                  </a:lnTo>
                  <a:lnTo>
                    <a:pt x="589" y="203"/>
                  </a:lnTo>
                  <a:lnTo>
                    <a:pt x="584" y="225"/>
                  </a:lnTo>
                  <a:lnTo>
                    <a:pt x="581" y="249"/>
                  </a:lnTo>
                  <a:lnTo>
                    <a:pt x="578" y="276"/>
                  </a:lnTo>
                  <a:lnTo>
                    <a:pt x="576" y="305"/>
                  </a:lnTo>
                  <a:lnTo>
                    <a:pt x="574" y="338"/>
                  </a:lnTo>
                  <a:lnTo>
                    <a:pt x="573" y="375"/>
                  </a:lnTo>
                  <a:lnTo>
                    <a:pt x="572" y="415"/>
                  </a:lnTo>
                  <a:lnTo>
                    <a:pt x="572" y="415"/>
                  </a:lnTo>
                  <a:lnTo>
                    <a:pt x="573" y="453"/>
                  </a:lnTo>
                  <a:lnTo>
                    <a:pt x="574" y="490"/>
                  </a:lnTo>
                  <a:lnTo>
                    <a:pt x="576" y="523"/>
                  </a:lnTo>
                  <a:lnTo>
                    <a:pt x="578" y="553"/>
                  </a:lnTo>
                  <a:lnTo>
                    <a:pt x="581" y="580"/>
                  </a:lnTo>
                  <a:lnTo>
                    <a:pt x="584" y="603"/>
                  </a:lnTo>
                  <a:lnTo>
                    <a:pt x="589" y="625"/>
                  </a:lnTo>
                  <a:lnTo>
                    <a:pt x="593" y="643"/>
                  </a:lnTo>
                  <a:lnTo>
                    <a:pt x="593" y="643"/>
                  </a:lnTo>
                  <a:close/>
                  <a:moveTo>
                    <a:pt x="667" y="662"/>
                  </a:moveTo>
                  <a:lnTo>
                    <a:pt x="667" y="662"/>
                  </a:lnTo>
                  <a:lnTo>
                    <a:pt x="663" y="653"/>
                  </a:lnTo>
                  <a:lnTo>
                    <a:pt x="657" y="638"/>
                  </a:lnTo>
                  <a:lnTo>
                    <a:pt x="652" y="616"/>
                  </a:lnTo>
                  <a:lnTo>
                    <a:pt x="647" y="590"/>
                  </a:lnTo>
                  <a:lnTo>
                    <a:pt x="642" y="557"/>
                  </a:lnTo>
                  <a:lnTo>
                    <a:pt x="639" y="518"/>
                  </a:lnTo>
                  <a:lnTo>
                    <a:pt x="637" y="469"/>
                  </a:lnTo>
                  <a:lnTo>
                    <a:pt x="636" y="415"/>
                  </a:lnTo>
                  <a:lnTo>
                    <a:pt x="636" y="415"/>
                  </a:lnTo>
                  <a:lnTo>
                    <a:pt x="637" y="359"/>
                  </a:lnTo>
                  <a:lnTo>
                    <a:pt x="639" y="312"/>
                  </a:lnTo>
                  <a:lnTo>
                    <a:pt x="642" y="271"/>
                  </a:lnTo>
                  <a:lnTo>
                    <a:pt x="647" y="239"/>
                  </a:lnTo>
                  <a:lnTo>
                    <a:pt x="652" y="212"/>
                  </a:lnTo>
                  <a:lnTo>
                    <a:pt x="657" y="191"/>
                  </a:lnTo>
                  <a:lnTo>
                    <a:pt x="663" y="175"/>
                  </a:lnTo>
                  <a:lnTo>
                    <a:pt x="667" y="166"/>
                  </a:lnTo>
                  <a:lnTo>
                    <a:pt x="667" y="166"/>
                  </a:lnTo>
                  <a:lnTo>
                    <a:pt x="672" y="175"/>
                  </a:lnTo>
                  <a:lnTo>
                    <a:pt x="678" y="191"/>
                  </a:lnTo>
                  <a:lnTo>
                    <a:pt x="683" y="212"/>
                  </a:lnTo>
                  <a:lnTo>
                    <a:pt x="687" y="239"/>
                  </a:lnTo>
                  <a:lnTo>
                    <a:pt x="693" y="271"/>
                  </a:lnTo>
                  <a:lnTo>
                    <a:pt x="696" y="312"/>
                  </a:lnTo>
                  <a:lnTo>
                    <a:pt x="698" y="359"/>
                  </a:lnTo>
                  <a:lnTo>
                    <a:pt x="699" y="415"/>
                  </a:lnTo>
                  <a:lnTo>
                    <a:pt x="699" y="415"/>
                  </a:lnTo>
                  <a:lnTo>
                    <a:pt x="698" y="469"/>
                  </a:lnTo>
                  <a:lnTo>
                    <a:pt x="696" y="518"/>
                  </a:lnTo>
                  <a:lnTo>
                    <a:pt x="693" y="557"/>
                  </a:lnTo>
                  <a:lnTo>
                    <a:pt x="687" y="590"/>
                  </a:lnTo>
                  <a:lnTo>
                    <a:pt x="683" y="616"/>
                  </a:lnTo>
                  <a:lnTo>
                    <a:pt x="678" y="638"/>
                  </a:lnTo>
                  <a:lnTo>
                    <a:pt x="672" y="653"/>
                  </a:lnTo>
                  <a:lnTo>
                    <a:pt x="667" y="662"/>
                  </a:lnTo>
                  <a:lnTo>
                    <a:pt x="667" y="662"/>
                  </a:lnTo>
                  <a:close/>
                  <a:moveTo>
                    <a:pt x="832" y="682"/>
                  </a:moveTo>
                  <a:lnTo>
                    <a:pt x="832" y="682"/>
                  </a:lnTo>
                  <a:lnTo>
                    <a:pt x="846" y="652"/>
                  </a:lnTo>
                  <a:lnTo>
                    <a:pt x="857" y="621"/>
                  </a:lnTo>
                  <a:lnTo>
                    <a:pt x="868" y="588"/>
                  </a:lnTo>
                  <a:lnTo>
                    <a:pt x="875" y="554"/>
                  </a:lnTo>
                  <a:lnTo>
                    <a:pt x="882" y="521"/>
                  </a:lnTo>
                  <a:lnTo>
                    <a:pt x="886" y="485"/>
                  </a:lnTo>
                  <a:lnTo>
                    <a:pt x="889" y="450"/>
                  </a:lnTo>
                  <a:lnTo>
                    <a:pt x="890" y="415"/>
                  </a:lnTo>
                  <a:lnTo>
                    <a:pt x="890" y="415"/>
                  </a:lnTo>
                  <a:lnTo>
                    <a:pt x="889" y="378"/>
                  </a:lnTo>
                  <a:lnTo>
                    <a:pt x="886" y="343"/>
                  </a:lnTo>
                  <a:lnTo>
                    <a:pt x="882" y="308"/>
                  </a:lnTo>
                  <a:lnTo>
                    <a:pt x="875" y="274"/>
                  </a:lnTo>
                  <a:lnTo>
                    <a:pt x="868" y="241"/>
                  </a:lnTo>
                  <a:lnTo>
                    <a:pt x="857" y="207"/>
                  </a:lnTo>
                  <a:lnTo>
                    <a:pt x="846" y="176"/>
                  </a:lnTo>
                  <a:lnTo>
                    <a:pt x="832" y="146"/>
                  </a:lnTo>
                  <a:lnTo>
                    <a:pt x="832" y="146"/>
                  </a:lnTo>
                  <a:lnTo>
                    <a:pt x="829" y="141"/>
                  </a:lnTo>
                  <a:lnTo>
                    <a:pt x="825" y="136"/>
                  </a:lnTo>
                  <a:lnTo>
                    <a:pt x="820" y="132"/>
                  </a:lnTo>
                  <a:lnTo>
                    <a:pt x="815" y="130"/>
                  </a:lnTo>
                  <a:lnTo>
                    <a:pt x="809" y="128"/>
                  </a:lnTo>
                  <a:lnTo>
                    <a:pt x="802" y="128"/>
                  </a:lnTo>
                  <a:lnTo>
                    <a:pt x="796" y="129"/>
                  </a:lnTo>
                  <a:lnTo>
                    <a:pt x="790" y="131"/>
                  </a:lnTo>
                  <a:lnTo>
                    <a:pt x="790" y="131"/>
                  </a:lnTo>
                  <a:lnTo>
                    <a:pt x="785" y="135"/>
                  </a:lnTo>
                  <a:lnTo>
                    <a:pt x="780" y="139"/>
                  </a:lnTo>
                  <a:lnTo>
                    <a:pt x="776" y="143"/>
                  </a:lnTo>
                  <a:lnTo>
                    <a:pt x="774" y="148"/>
                  </a:lnTo>
                  <a:lnTo>
                    <a:pt x="772" y="155"/>
                  </a:lnTo>
                  <a:lnTo>
                    <a:pt x="772" y="161"/>
                  </a:lnTo>
                  <a:lnTo>
                    <a:pt x="773" y="167"/>
                  </a:lnTo>
                  <a:lnTo>
                    <a:pt x="775" y="173"/>
                  </a:lnTo>
                  <a:lnTo>
                    <a:pt x="775" y="173"/>
                  </a:lnTo>
                  <a:lnTo>
                    <a:pt x="787" y="200"/>
                  </a:lnTo>
                  <a:lnTo>
                    <a:pt x="797" y="229"/>
                  </a:lnTo>
                  <a:lnTo>
                    <a:pt x="807" y="258"/>
                  </a:lnTo>
                  <a:lnTo>
                    <a:pt x="813" y="288"/>
                  </a:lnTo>
                  <a:lnTo>
                    <a:pt x="819" y="318"/>
                  </a:lnTo>
                  <a:lnTo>
                    <a:pt x="824" y="350"/>
                  </a:lnTo>
                  <a:lnTo>
                    <a:pt x="826" y="381"/>
                  </a:lnTo>
                  <a:lnTo>
                    <a:pt x="827" y="415"/>
                  </a:lnTo>
                  <a:lnTo>
                    <a:pt x="827" y="415"/>
                  </a:lnTo>
                  <a:lnTo>
                    <a:pt x="826" y="447"/>
                  </a:lnTo>
                  <a:lnTo>
                    <a:pt x="824" y="478"/>
                  </a:lnTo>
                  <a:lnTo>
                    <a:pt x="819" y="510"/>
                  </a:lnTo>
                  <a:lnTo>
                    <a:pt x="813" y="540"/>
                  </a:lnTo>
                  <a:lnTo>
                    <a:pt x="807" y="570"/>
                  </a:lnTo>
                  <a:lnTo>
                    <a:pt x="797" y="599"/>
                  </a:lnTo>
                  <a:lnTo>
                    <a:pt x="787" y="628"/>
                  </a:lnTo>
                  <a:lnTo>
                    <a:pt x="775" y="655"/>
                  </a:lnTo>
                  <a:lnTo>
                    <a:pt x="775" y="655"/>
                  </a:lnTo>
                  <a:lnTo>
                    <a:pt x="773" y="661"/>
                  </a:lnTo>
                  <a:lnTo>
                    <a:pt x="772" y="667"/>
                  </a:lnTo>
                  <a:lnTo>
                    <a:pt x="772" y="673"/>
                  </a:lnTo>
                  <a:lnTo>
                    <a:pt x="774" y="680"/>
                  </a:lnTo>
                  <a:lnTo>
                    <a:pt x="776" y="685"/>
                  </a:lnTo>
                  <a:lnTo>
                    <a:pt x="780" y="689"/>
                  </a:lnTo>
                  <a:lnTo>
                    <a:pt x="785" y="693"/>
                  </a:lnTo>
                  <a:lnTo>
                    <a:pt x="790" y="698"/>
                  </a:lnTo>
                  <a:lnTo>
                    <a:pt x="790" y="698"/>
                  </a:lnTo>
                  <a:lnTo>
                    <a:pt x="797" y="700"/>
                  </a:lnTo>
                  <a:lnTo>
                    <a:pt x="804" y="700"/>
                  </a:lnTo>
                  <a:lnTo>
                    <a:pt x="804" y="700"/>
                  </a:lnTo>
                  <a:lnTo>
                    <a:pt x="813" y="699"/>
                  </a:lnTo>
                  <a:lnTo>
                    <a:pt x="820" y="696"/>
                  </a:lnTo>
                  <a:lnTo>
                    <a:pt x="828" y="690"/>
                  </a:lnTo>
                  <a:lnTo>
                    <a:pt x="830" y="686"/>
                  </a:lnTo>
                  <a:lnTo>
                    <a:pt x="832" y="682"/>
                  </a:lnTo>
                  <a:lnTo>
                    <a:pt x="832" y="682"/>
                  </a:lnTo>
                  <a:close/>
                  <a:moveTo>
                    <a:pt x="859" y="9"/>
                  </a:moveTo>
                  <a:lnTo>
                    <a:pt x="859" y="9"/>
                  </a:lnTo>
                  <a:lnTo>
                    <a:pt x="854" y="5"/>
                  </a:lnTo>
                  <a:lnTo>
                    <a:pt x="848" y="3"/>
                  </a:lnTo>
                  <a:lnTo>
                    <a:pt x="843" y="0"/>
                  </a:lnTo>
                  <a:lnTo>
                    <a:pt x="837" y="0"/>
                  </a:lnTo>
                  <a:lnTo>
                    <a:pt x="830" y="1"/>
                  </a:lnTo>
                  <a:lnTo>
                    <a:pt x="825" y="4"/>
                  </a:lnTo>
                  <a:lnTo>
                    <a:pt x="819" y="7"/>
                  </a:lnTo>
                  <a:lnTo>
                    <a:pt x="814" y="11"/>
                  </a:lnTo>
                  <a:lnTo>
                    <a:pt x="814" y="11"/>
                  </a:lnTo>
                  <a:lnTo>
                    <a:pt x="811" y="16"/>
                  </a:lnTo>
                  <a:lnTo>
                    <a:pt x="809" y="22"/>
                  </a:lnTo>
                  <a:lnTo>
                    <a:pt x="807" y="28"/>
                  </a:lnTo>
                  <a:lnTo>
                    <a:pt x="807" y="35"/>
                  </a:lnTo>
                  <a:lnTo>
                    <a:pt x="808" y="40"/>
                  </a:lnTo>
                  <a:lnTo>
                    <a:pt x="810" y="47"/>
                  </a:lnTo>
                  <a:lnTo>
                    <a:pt x="813" y="52"/>
                  </a:lnTo>
                  <a:lnTo>
                    <a:pt x="817" y="56"/>
                  </a:lnTo>
                  <a:lnTo>
                    <a:pt x="817" y="56"/>
                  </a:lnTo>
                  <a:lnTo>
                    <a:pt x="832" y="71"/>
                  </a:lnTo>
                  <a:lnTo>
                    <a:pt x="847" y="87"/>
                  </a:lnTo>
                  <a:lnTo>
                    <a:pt x="861" y="104"/>
                  </a:lnTo>
                  <a:lnTo>
                    <a:pt x="874" y="123"/>
                  </a:lnTo>
                  <a:lnTo>
                    <a:pt x="886" y="143"/>
                  </a:lnTo>
                  <a:lnTo>
                    <a:pt x="898" y="163"/>
                  </a:lnTo>
                  <a:lnTo>
                    <a:pt x="907" y="185"/>
                  </a:lnTo>
                  <a:lnTo>
                    <a:pt x="917" y="209"/>
                  </a:lnTo>
                  <a:lnTo>
                    <a:pt x="926" y="232"/>
                  </a:lnTo>
                  <a:lnTo>
                    <a:pt x="933" y="256"/>
                  </a:lnTo>
                  <a:lnTo>
                    <a:pt x="938" y="281"/>
                  </a:lnTo>
                  <a:lnTo>
                    <a:pt x="944" y="307"/>
                  </a:lnTo>
                  <a:lnTo>
                    <a:pt x="948" y="333"/>
                  </a:lnTo>
                  <a:lnTo>
                    <a:pt x="951" y="360"/>
                  </a:lnTo>
                  <a:lnTo>
                    <a:pt x="954" y="387"/>
                  </a:lnTo>
                  <a:lnTo>
                    <a:pt x="954" y="415"/>
                  </a:lnTo>
                  <a:lnTo>
                    <a:pt x="954" y="415"/>
                  </a:lnTo>
                  <a:lnTo>
                    <a:pt x="954" y="441"/>
                  </a:lnTo>
                  <a:lnTo>
                    <a:pt x="951" y="468"/>
                  </a:lnTo>
                  <a:lnTo>
                    <a:pt x="948" y="495"/>
                  </a:lnTo>
                  <a:lnTo>
                    <a:pt x="944" y="521"/>
                  </a:lnTo>
                  <a:lnTo>
                    <a:pt x="938" y="547"/>
                  </a:lnTo>
                  <a:lnTo>
                    <a:pt x="933" y="572"/>
                  </a:lnTo>
                  <a:lnTo>
                    <a:pt x="926" y="596"/>
                  </a:lnTo>
                  <a:lnTo>
                    <a:pt x="917" y="619"/>
                  </a:lnTo>
                  <a:lnTo>
                    <a:pt x="907" y="643"/>
                  </a:lnTo>
                  <a:lnTo>
                    <a:pt x="898" y="665"/>
                  </a:lnTo>
                  <a:lnTo>
                    <a:pt x="886" y="685"/>
                  </a:lnTo>
                  <a:lnTo>
                    <a:pt x="874" y="705"/>
                  </a:lnTo>
                  <a:lnTo>
                    <a:pt x="861" y="724"/>
                  </a:lnTo>
                  <a:lnTo>
                    <a:pt x="847" y="741"/>
                  </a:lnTo>
                  <a:lnTo>
                    <a:pt x="832" y="757"/>
                  </a:lnTo>
                  <a:lnTo>
                    <a:pt x="817" y="772"/>
                  </a:lnTo>
                  <a:lnTo>
                    <a:pt x="817" y="772"/>
                  </a:lnTo>
                  <a:lnTo>
                    <a:pt x="813" y="777"/>
                  </a:lnTo>
                  <a:lnTo>
                    <a:pt x="810" y="781"/>
                  </a:lnTo>
                  <a:lnTo>
                    <a:pt x="808" y="788"/>
                  </a:lnTo>
                  <a:lnTo>
                    <a:pt x="807" y="793"/>
                  </a:lnTo>
                  <a:lnTo>
                    <a:pt x="807" y="800"/>
                  </a:lnTo>
                  <a:lnTo>
                    <a:pt x="809" y="806"/>
                  </a:lnTo>
                  <a:lnTo>
                    <a:pt x="811" y="812"/>
                  </a:lnTo>
                  <a:lnTo>
                    <a:pt x="814" y="817"/>
                  </a:lnTo>
                  <a:lnTo>
                    <a:pt x="814" y="817"/>
                  </a:lnTo>
                  <a:lnTo>
                    <a:pt x="819" y="821"/>
                  </a:lnTo>
                  <a:lnTo>
                    <a:pt x="826" y="824"/>
                  </a:lnTo>
                  <a:lnTo>
                    <a:pt x="832" y="827"/>
                  </a:lnTo>
                  <a:lnTo>
                    <a:pt x="839" y="828"/>
                  </a:lnTo>
                  <a:lnTo>
                    <a:pt x="839" y="828"/>
                  </a:lnTo>
                  <a:lnTo>
                    <a:pt x="844" y="827"/>
                  </a:lnTo>
                  <a:lnTo>
                    <a:pt x="849" y="825"/>
                  </a:lnTo>
                  <a:lnTo>
                    <a:pt x="855" y="823"/>
                  </a:lnTo>
                  <a:lnTo>
                    <a:pt x="859" y="820"/>
                  </a:lnTo>
                  <a:lnTo>
                    <a:pt x="859" y="820"/>
                  </a:lnTo>
                  <a:lnTo>
                    <a:pt x="877" y="803"/>
                  </a:lnTo>
                  <a:lnTo>
                    <a:pt x="895" y="784"/>
                  </a:lnTo>
                  <a:lnTo>
                    <a:pt x="911" y="764"/>
                  </a:lnTo>
                  <a:lnTo>
                    <a:pt x="926" y="743"/>
                  </a:lnTo>
                  <a:lnTo>
                    <a:pt x="940" y="720"/>
                  </a:lnTo>
                  <a:lnTo>
                    <a:pt x="952" y="697"/>
                  </a:lnTo>
                  <a:lnTo>
                    <a:pt x="964" y="672"/>
                  </a:lnTo>
                  <a:lnTo>
                    <a:pt x="975" y="646"/>
                  </a:lnTo>
                  <a:lnTo>
                    <a:pt x="985" y="619"/>
                  </a:lnTo>
                  <a:lnTo>
                    <a:pt x="993" y="593"/>
                  </a:lnTo>
                  <a:lnTo>
                    <a:pt x="1001" y="565"/>
                  </a:lnTo>
                  <a:lnTo>
                    <a:pt x="1006" y="536"/>
                  </a:lnTo>
                  <a:lnTo>
                    <a:pt x="1011" y="506"/>
                  </a:lnTo>
                  <a:lnTo>
                    <a:pt x="1015" y="476"/>
                  </a:lnTo>
                  <a:lnTo>
                    <a:pt x="1017" y="446"/>
                  </a:lnTo>
                  <a:lnTo>
                    <a:pt x="1017" y="415"/>
                  </a:lnTo>
                  <a:lnTo>
                    <a:pt x="1017" y="415"/>
                  </a:lnTo>
                  <a:lnTo>
                    <a:pt x="1017" y="383"/>
                  </a:lnTo>
                  <a:lnTo>
                    <a:pt x="1015" y="352"/>
                  </a:lnTo>
                  <a:lnTo>
                    <a:pt x="1011" y="322"/>
                  </a:lnTo>
                  <a:lnTo>
                    <a:pt x="1006" y="293"/>
                  </a:lnTo>
                  <a:lnTo>
                    <a:pt x="1001" y="264"/>
                  </a:lnTo>
                  <a:lnTo>
                    <a:pt x="993" y="235"/>
                  </a:lnTo>
                  <a:lnTo>
                    <a:pt x="985" y="209"/>
                  </a:lnTo>
                  <a:lnTo>
                    <a:pt x="975" y="182"/>
                  </a:lnTo>
                  <a:lnTo>
                    <a:pt x="964" y="156"/>
                  </a:lnTo>
                  <a:lnTo>
                    <a:pt x="952" y="131"/>
                  </a:lnTo>
                  <a:lnTo>
                    <a:pt x="940" y="108"/>
                  </a:lnTo>
                  <a:lnTo>
                    <a:pt x="926" y="85"/>
                  </a:lnTo>
                  <a:lnTo>
                    <a:pt x="911" y="64"/>
                  </a:lnTo>
                  <a:lnTo>
                    <a:pt x="895" y="44"/>
                  </a:lnTo>
                  <a:lnTo>
                    <a:pt x="877" y="26"/>
                  </a:lnTo>
                  <a:lnTo>
                    <a:pt x="859" y="9"/>
                  </a:lnTo>
                  <a:lnTo>
                    <a:pt x="859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0774845" y="3496604"/>
            <a:ext cx="648000" cy="648000"/>
            <a:chOff x="10774845" y="3496604"/>
            <a:chExt cx="648000" cy="648000"/>
          </a:xfrm>
        </p:grpSpPr>
        <p:sp>
          <p:nvSpPr>
            <p:cNvPr id="53" name="椭圆 35"/>
            <p:cNvSpPr/>
            <p:nvPr/>
          </p:nvSpPr>
          <p:spPr>
            <a:xfrm>
              <a:off x="10774845" y="3496604"/>
              <a:ext cx="648000" cy="648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Freeform 94"/>
            <p:cNvSpPr>
              <a:spLocks noEditPoints="1"/>
            </p:cNvSpPr>
            <p:nvPr/>
          </p:nvSpPr>
          <p:spPr bwMode="auto">
            <a:xfrm>
              <a:off x="10936920" y="3658679"/>
              <a:ext cx="323850" cy="323850"/>
            </a:xfrm>
            <a:custGeom>
              <a:avLst/>
              <a:gdLst>
                <a:gd name="T0" fmla="*/ 233 w 1018"/>
                <a:gd name="T1" fmla="*/ 35 h 1018"/>
                <a:gd name="T2" fmla="*/ 160 w 1018"/>
                <a:gd name="T3" fmla="*/ 0 h 1018"/>
                <a:gd name="T4" fmla="*/ 81 w 1018"/>
                <a:gd name="T5" fmla="*/ 43 h 1018"/>
                <a:gd name="T6" fmla="*/ 39 w 1018"/>
                <a:gd name="T7" fmla="*/ 529 h 1018"/>
                <a:gd name="T8" fmla="*/ 6 w 1018"/>
                <a:gd name="T9" fmla="*/ 761 h 1018"/>
                <a:gd name="T10" fmla="*/ 67 w 1018"/>
                <a:gd name="T11" fmla="*/ 942 h 1018"/>
                <a:gd name="T12" fmla="*/ 122 w 1018"/>
                <a:gd name="T13" fmla="*/ 1010 h 1018"/>
                <a:gd name="T14" fmla="*/ 205 w 1018"/>
                <a:gd name="T15" fmla="*/ 1006 h 1018"/>
                <a:gd name="T16" fmla="*/ 254 w 1018"/>
                <a:gd name="T17" fmla="*/ 932 h 1018"/>
                <a:gd name="T18" fmla="*/ 318 w 1018"/>
                <a:gd name="T19" fmla="*/ 746 h 1018"/>
                <a:gd name="T20" fmla="*/ 268 w 1018"/>
                <a:gd name="T21" fmla="*/ 521 h 1018"/>
                <a:gd name="T22" fmla="*/ 147 w 1018"/>
                <a:gd name="T23" fmla="*/ 66 h 1018"/>
                <a:gd name="T24" fmla="*/ 191 w 1018"/>
                <a:gd name="T25" fmla="*/ 89 h 1018"/>
                <a:gd name="T26" fmla="*/ 183 w 1018"/>
                <a:gd name="T27" fmla="*/ 945 h 1018"/>
                <a:gd name="T28" fmla="*/ 133 w 1018"/>
                <a:gd name="T29" fmla="*/ 941 h 1018"/>
                <a:gd name="T30" fmla="*/ 252 w 1018"/>
                <a:gd name="T31" fmla="*/ 744 h 1018"/>
                <a:gd name="T32" fmla="*/ 84 w 1018"/>
                <a:gd name="T33" fmla="*/ 760 h 1018"/>
                <a:gd name="T34" fmla="*/ 67 w 1018"/>
                <a:gd name="T35" fmla="*/ 592 h 1018"/>
                <a:gd name="T36" fmla="*/ 235 w 1018"/>
                <a:gd name="T37" fmla="*/ 575 h 1018"/>
                <a:gd name="T38" fmla="*/ 955 w 1018"/>
                <a:gd name="T39" fmla="*/ 95 h 1018"/>
                <a:gd name="T40" fmla="*/ 913 w 1018"/>
                <a:gd name="T41" fmla="*/ 17 h 1018"/>
                <a:gd name="T42" fmla="*/ 831 w 1018"/>
                <a:gd name="T43" fmla="*/ 4 h 1018"/>
                <a:gd name="T44" fmla="*/ 768 w 1018"/>
                <a:gd name="T45" fmla="*/ 67 h 1018"/>
                <a:gd name="T46" fmla="*/ 710 w 1018"/>
                <a:gd name="T47" fmla="*/ 434 h 1018"/>
                <a:gd name="T48" fmla="*/ 728 w 1018"/>
                <a:gd name="T49" fmla="*/ 670 h 1018"/>
                <a:gd name="T50" fmla="*/ 776 w 1018"/>
                <a:gd name="T51" fmla="*/ 967 h 1018"/>
                <a:gd name="T52" fmla="*/ 850 w 1018"/>
                <a:gd name="T53" fmla="*/ 1017 h 1018"/>
                <a:gd name="T54" fmla="*/ 927 w 1018"/>
                <a:gd name="T55" fmla="*/ 990 h 1018"/>
                <a:gd name="T56" fmla="*/ 955 w 1018"/>
                <a:gd name="T57" fmla="*/ 694 h 1018"/>
                <a:gd name="T58" fmla="*/ 1018 w 1018"/>
                <a:gd name="T59" fmla="*/ 477 h 1018"/>
                <a:gd name="T60" fmla="*/ 827 w 1018"/>
                <a:gd name="T61" fmla="*/ 95 h 1018"/>
                <a:gd name="T62" fmla="*/ 860 w 1018"/>
                <a:gd name="T63" fmla="*/ 64 h 1018"/>
                <a:gd name="T64" fmla="*/ 827 w 1018"/>
                <a:gd name="T65" fmla="*/ 382 h 1018"/>
                <a:gd name="T66" fmla="*/ 866 w 1018"/>
                <a:gd name="T67" fmla="*/ 953 h 1018"/>
                <a:gd name="T68" fmla="*/ 827 w 1018"/>
                <a:gd name="T69" fmla="*/ 922 h 1018"/>
                <a:gd name="T70" fmla="*/ 941 w 1018"/>
                <a:gd name="T71" fmla="*/ 630 h 1018"/>
                <a:gd name="T72" fmla="*/ 769 w 1018"/>
                <a:gd name="T73" fmla="*/ 622 h 1018"/>
                <a:gd name="T74" fmla="*/ 778 w 1018"/>
                <a:gd name="T75" fmla="*/ 450 h 1018"/>
                <a:gd name="T76" fmla="*/ 950 w 1018"/>
                <a:gd name="T77" fmla="*/ 459 h 1018"/>
                <a:gd name="T78" fmla="*/ 601 w 1018"/>
                <a:gd name="T79" fmla="*/ 67 h 1018"/>
                <a:gd name="T80" fmla="*/ 538 w 1018"/>
                <a:gd name="T81" fmla="*/ 4 h 1018"/>
                <a:gd name="T82" fmla="*/ 456 w 1018"/>
                <a:gd name="T83" fmla="*/ 17 h 1018"/>
                <a:gd name="T84" fmla="*/ 414 w 1018"/>
                <a:gd name="T85" fmla="*/ 95 h 1018"/>
                <a:gd name="T86" fmla="*/ 351 w 1018"/>
                <a:gd name="T87" fmla="*/ 223 h 1018"/>
                <a:gd name="T88" fmla="*/ 414 w 1018"/>
                <a:gd name="T89" fmla="*/ 439 h 1018"/>
                <a:gd name="T90" fmla="*/ 442 w 1018"/>
                <a:gd name="T91" fmla="*/ 990 h 1018"/>
                <a:gd name="T92" fmla="*/ 519 w 1018"/>
                <a:gd name="T93" fmla="*/ 1017 h 1018"/>
                <a:gd name="T94" fmla="*/ 594 w 1018"/>
                <a:gd name="T95" fmla="*/ 967 h 1018"/>
                <a:gd name="T96" fmla="*/ 642 w 1018"/>
                <a:gd name="T97" fmla="*/ 416 h 1018"/>
                <a:gd name="T98" fmla="*/ 658 w 1018"/>
                <a:gd name="T99" fmla="*/ 180 h 1018"/>
                <a:gd name="T100" fmla="*/ 480 w 1018"/>
                <a:gd name="T101" fmla="*/ 83 h 1018"/>
                <a:gd name="T102" fmla="*/ 527 w 1018"/>
                <a:gd name="T103" fmla="*/ 69 h 1018"/>
                <a:gd name="T104" fmla="*/ 541 w 1018"/>
                <a:gd name="T105" fmla="*/ 922 h 1018"/>
                <a:gd name="T106" fmla="*/ 503 w 1018"/>
                <a:gd name="T107" fmla="*/ 953 h 1018"/>
                <a:gd name="T108" fmla="*/ 541 w 1018"/>
                <a:gd name="T109" fmla="*/ 922 h 1018"/>
                <a:gd name="T110" fmla="*/ 573 w 1018"/>
                <a:gd name="T111" fmla="*/ 382 h 1018"/>
                <a:gd name="T112" fmla="*/ 414 w 1018"/>
                <a:gd name="T113" fmla="*/ 349 h 1018"/>
                <a:gd name="T114" fmla="*/ 445 w 1018"/>
                <a:gd name="T115" fmla="*/ 191 h 1018"/>
                <a:gd name="T116" fmla="*/ 605 w 1018"/>
                <a:gd name="T117" fmla="*/ 223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18" h="1018">
                  <a:moveTo>
                    <a:pt x="256" y="515"/>
                  </a:moveTo>
                  <a:lnTo>
                    <a:pt x="256" y="95"/>
                  </a:lnTo>
                  <a:lnTo>
                    <a:pt x="256" y="95"/>
                  </a:lnTo>
                  <a:lnTo>
                    <a:pt x="254" y="85"/>
                  </a:lnTo>
                  <a:lnTo>
                    <a:pt x="253" y="76"/>
                  </a:lnTo>
                  <a:lnTo>
                    <a:pt x="251" y="67"/>
                  </a:lnTo>
                  <a:lnTo>
                    <a:pt x="248" y="59"/>
                  </a:lnTo>
                  <a:lnTo>
                    <a:pt x="244" y="50"/>
                  </a:lnTo>
                  <a:lnTo>
                    <a:pt x="238" y="43"/>
                  </a:lnTo>
                  <a:lnTo>
                    <a:pt x="233" y="35"/>
                  </a:lnTo>
                  <a:lnTo>
                    <a:pt x="228" y="27"/>
                  </a:lnTo>
                  <a:lnTo>
                    <a:pt x="220" y="22"/>
                  </a:lnTo>
                  <a:lnTo>
                    <a:pt x="213" y="17"/>
                  </a:lnTo>
                  <a:lnTo>
                    <a:pt x="205" y="11"/>
                  </a:lnTo>
                  <a:lnTo>
                    <a:pt x="197" y="7"/>
                  </a:lnTo>
                  <a:lnTo>
                    <a:pt x="188" y="4"/>
                  </a:lnTo>
                  <a:lnTo>
                    <a:pt x="179" y="2"/>
                  </a:lnTo>
                  <a:lnTo>
                    <a:pt x="170" y="1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0" y="1"/>
                  </a:lnTo>
                  <a:lnTo>
                    <a:pt x="141" y="2"/>
                  </a:lnTo>
                  <a:lnTo>
                    <a:pt x="131" y="4"/>
                  </a:lnTo>
                  <a:lnTo>
                    <a:pt x="122" y="7"/>
                  </a:lnTo>
                  <a:lnTo>
                    <a:pt x="114" y="11"/>
                  </a:lnTo>
                  <a:lnTo>
                    <a:pt x="106" y="17"/>
                  </a:lnTo>
                  <a:lnTo>
                    <a:pt x="99" y="22"/>
                  </a:lnTo>
                  <a:lnTo>
                    <a:pt x="92" y="27"/>
                  </a:lnTo>
                  <a:lnTo>
                    <a:pt x="86" y="35"/>
                  </a:lnTo>
                  <a:lnTo>
                    <a:pt x="81" y="43"/>
                  </a:lnTo>
                  <a:lnTo>
                    <a:pt x="76" y="50"/>
                  </a:lnTo>
                  <a:lnTo>
                    <a:pt x="72" y="59"/>
                  </a:lnTo>
                  <a:lnTo>
                    <a:pt x="69" y="67"/>
                  </a:lnTo>
                  <a:lnTo>
                    <a:pt x="67" y="76"/>
                  </a:lnTo>
                  <a:lnTo>
                    <a:pt x="65" y="85"/>
                  </a:lnTo>
                  <a:lnTo>
                    <a:pt x="65" y="95"/>
                  </a:lnTo>
                  <a:lnTo>
                    <a:pt x="65" y="515"/>
                  </a:lnTo>
                  <a:lnTo>
                    <a:pt x="65" y="515"/>
                  </a:lnTo>
                  <a:lnTo>
                    <a:pt x="51" y="521"/>
                  </a:lnTo>
                  <a:lnTo>
                    <a:pt x="39" y="529"/>
                  </a:lnTo>
                  <a:lnTo>
                    <a:pt x="28" y="538"/>
                  </a:lnTo>
                  <a:lnTo>
                    <a:pt x="18" y="549"/>
                  </a:lnTo>
                  <a:lnTo>
                    <a:pt x="11" y="561"/>
                  </a:lnTo>
                  <a:lnTo>
                    <a:pt x="6" y="575"/>
                  </a:lnTo>
                  <a:lnTo>
                    <a:pt x="2" y="589"/>
                  </a:lnTo>
                  <a:lnTo>
                    <a:pt x="0" y="605"/>
                  </a:lnTo>
                  <a:lnTo>
                    <a:pt x="0" y="731"/>
                  </a:lnTo>
                  <a:lnTo>
                    <a:pt x="0" y="731"/>
                  </a:lnTo>
                  <a:lnTo>
                    <a:pt x="2" y="746"/>
                  </a:lnTo>
                  <a:lnTo>
                    <a:pt x="6" y="761"/>
                  </a:lnTo>
                  <a:lnTo>
                    <a:pt x="11" y="774"/>
                  </a:lnTo>
                  <a:lnTo>
                    <a:pt x="18" y="787"/>
                  </a:lnTo>
                  <a:lnTo>
                    <a:pt x="28" y="798"/>
                  </a:lnTo>
                  <a:lnTo>
                    <a:pt x="39" y="808"/>
                  </a:lnTo>
                  <a:lnTo>
                    <a:pt x="51" y="815"/>
                  </a:lnTo>
                  <a:lnTo>
                    <a:pt x="65" y="821"/>
                  </a:lnTo>
                  <a:lnTo>
                    <a:pt x="65" y="922"/>
                  </a:lnTo>
                  <a:lnTo>
                    <a:pt x="65" y="922"/>
                  </a:lnTo>
                  <a:lnTo>
                    <a:pt x="65" y="932"/>
                  </a:lnTo>
                  <a:lnTo>
                    <a:pt x="67" y="942"/>
                  </a:lnTo>
                  <a:lnTo>
                    <a:pt x="69" y="950"/>
                  </a:lnTo>
                  <a:lnTo>
                    <a:pt x="72" y="960"/>
                  </a:lnTo>
                  <a:lnTo>
                    <a:pt x="76" y="967"/>
                  </a:lnTo>
                  <a:lnTo>
                    <a:pt x="81" y="976"/>
                  </a:lnTo>
                  <a:lnTo>
                    <a:pt x="86" y="983"/>
                  </a:lnTo>
                  <a:lnTo>
                    <a:pt x="92" y="990"/>
                  </a:lnTo>
                  <a:lnTo>
                    <a:pt x="99" y="996"/>
                  </a:lnTo>
                  <a:lnTo>
                    <a:pt x="106" y="1002"/>
                  </a:lnTo>
                  <a:lnTo>
                    <a:pt x="114" y="1006"/>
                  </a:lnTo>
                  <a:lnTo>
                    <a:pt x="122" y="1010"/>
                  </a:lnTo>
                  <a:lnTo>
                    <a:pt x="131" y="1014"/>
                  </a:lnTo>
                  <a:lnTo>
                    <a:pt x="141" y="1016"/>
                  </a:lnTo>
                  <a:lnTo>
                    <a:pt x="150" y="1017"/>
                  </a:lnTo>
                  <a:lnTo>
                    <a:pt x="160" y="1018"/>
                  </a:lnTo>
                  <a:lnTo>
                    <a:pt x="160" y="1018"/>
                  </a:lnTo>
                  <a:lnTo>
                    <a:pt x="170" y="1017"/>
                  </a:lnTo>
                  <a:lnTo>
                    <a:pt x="179" y="1016"/>
                  </a:lnTo>
                  <a:lnTo>
                    <a:pt x="188" y="1014"/>
                  </a:lnTo>
                  <a:lnTo>
                    <a:pt x="197" y="1010"/>
                  </a:lnTo>
                  <a:lnTo>
                    <a:pt x="205" y="1006"/>
                  </a:lnTo>
                  <a:lnTo>
                    <a:pt x="213" y="1002"/>
                  </a:lnTo>
                  <a:lnTo>
                    <a:pt x="220" y="996"/>
                  </a:lnTo>
                  <a:lnTo>
                    <a:pt x="228" y="990"/>
                  </a:lnTo>
                  <a:lnTo>
                    <a:pt x="233" y="983"/>
                  </a:lnTo>
                  <a:lnTo>
                    <a:pt x="238" y="976"/>
                  </a:lnTo>
                  <a:lnTo>
                    <a:pt x="244" y="967"/>
                  </a:lnTo>
                  <a:lnTo>
                    <a:pt x="248" y="960"/>
                  </a:lnTo>
                  <a:lnTo>
                    <a:pt x="251" y="950"/>
                  </a:lnTo>
                  <a:lnTo>
                    <a:pt x="253" y="942"/>
                  </a:lnTo>
                  <a:lnTo>
                    <a:pt x="254" y="932"/>
                  </a:lnTo>
                  <a:lnTo>
                    <a:pt x="256" y="922"/>
                  </a:lnTo>
                  <a:lnTo>
                    <a:pt x="256" y="821"/>
                  </a:lnTo>
                  <a:lnTo>
                    <a:pt x="256" y="821"/>
                  </a:lnTo>
                  <a:lnTo>
                    <a:pt x="268" y="815"/>
                  </a:lnTo>
                  <a:lnTo>
                    <a:pt x="280" y="808"/>
                  </a:lnTo>
                  <a:lnTo>
                    <a:pt x="291" y="798"/>
                  </a:lnTo>
                  <a:lnTo>
                    <a:pt x="301" y="787"/>
                  </a:lnTo>
                  <a:lnTo>
                    <a:pt x="308" y="774"/>
                  </a:lnTo>
                  <a:lnTo>
                    <a:pt x="313" y="761"/>
                  </a:lnTo>
                  <a:lnTo>
                    <a:pt x="318" y="746"/>
                  </a:lnTo>
                  <a:lnTo>
                    <a:pt x="319" y="731"/>
                  </a:lnTo>
                  <a:lnTo>
                    <a:pt x="319" y="605"/>
                  </a:lnTo>
                  <a:lnTo>
                    <a:pt x="319" y="605"/>
                  </a:lnTo>
                  <a:lnTo>
                    <a:pt x="318" y="589"/>
                  </a:lnTo>
                  <a:lnTo>
                    <a:pt x="313" y="575"/>
                  </a:lnTo>
                  <a:lnTo>
                    <a:pt x="308" y="561"/>
                  </a:lnTo>
                  <a:lnTo>
                    <a:pt x="301" y="549"/>
                  </a:lnTo>
                  <a:lnTo>
                    <a:pt x="291" y="538"/>
                  </a:lnTo>
                  <a:lnTo>
                    <a:pt x="280" y="529"/>
                  </a:lnTo>
                  <a:lnTo>
                    <a:pt x="268" y="521"/>
                  </a:lnTo>
                  <a:lnTo>
                    <a:pt x="256" y="515"/>
                  </a:lnTo>
                  <a:lnTo>
                    <a:pt x="256" y="515"/>
                  </a:lnTo>
                  <a:close/>
                  <a:moveTo>
                    <a:pt x="128" y="95"/>
                  </a:moveTo>
                  <a:lnTo>
                    <a:pt x="128" y="95"/>
                  </a:lnTo>
                  <a:lnTo>
                    <a:pt x="129" y="89"/>
                  </a:lnTo>
                  <a:lnTo>
                    <a:pt x="130" y="83"/>
                  </a:lnTo>
                  <a:lnTo>
                    <a:pt x="133" y="78"/>
                  </a:lnTo>
                  <a:lnTo>
                    <a:pt x="138" y="73"/>
                  </a:lnTo>
                  <a:lnTo>
                    <a:pt x="142" y="69"/>
                  </a:lnTo>
                  <a:lnTo>
                    <a:pt x="147" y="66"/>
                  </a:lnTo>
                  <a:lnTo>
                    <a:pt x="154" y="64"/>
                  </a:lnTo>
                  <a:lnTo>
                    <a:pt x="160" y="64"/>
                  </a:lnTo>
                  <a:lnTo>
                    <a:pt x="160" y="64"/>
                  </a:lnTo>
                  <a:lnTo>
                    <a:pt x="166" y="64"/>
                  </a:lnTo>
                  <a:lnTo>
                    <a:pt x="172" y="66"/>
                  </a:lnTo>
                  <a:lnTo>
                    <a:pt x="177" y="69"/>
                  </a:lnTo>
                  <a:lnTo>
                    <a:pt x="183" y="73"/>
                  </a:lnTo>
                  <a:lnTo>
                    <a:pt x="186" y="78"/>
                  </a:lnTo>
                  <a:lnTo>
                    <a:pt x="189" y="83"/>
                  </a:lnTo>
                  <a:lnTo>
                    <a:pt x="191" y="89"/>
                  </a:lnTo>
                  <a:lnTo>
                    <a:pt x="191" y="95"/>
                  </a:lnTo>
                  <a:lnTo>
                    <a:pt x="191" y="509"/>
                  </a:lnTo>
                  <a:lnTo>
                    <a:pt x="128" y="509"/>
                  </a:lnTo>
                  <a:lnTo>
                    <a:pt x="128" y="95"/>
                  </a:lnTo>
                  <a:close/>
                  <a:moveTo>
                    <a:pt x="191" y="922"/>
                  </a:moveTo>
                  <a:lnTo>
                    <a:pt x="191" y="922"/>
                  </a:lnTo>
                  <a:lnTo>
                    <a:pt x="191" y="929"/>
                  </a:lnTo>
                  <a:lnTo>
                    <a:pt x="189" y="935"/>
                  </a:lnTo>
                  <a:lnTo>
                    <a:pt x="186" y="941"/>
                  </a:lnTo>
                  <a:lnTo>
                    <a:pt x="183" y="945"/>
                  </a:lnTo>
                  <a:lnTo>
                    <a:pt x="177" y="949"/>
                  </a:lnTo>
                  <a:lnTo>
                    <a:pt x="172" y="951"/>
                  </a:lnTo>
                  <a:lnTo>
                    <a:pt x="166" y="953"/>
                  </a:lnTo>
                  <a:lnTo>
                    <a:pt x="160" y="954"/>
                  </a:lnTo>
                  <a:lnTo>
                    <a:pt x="160" y="954"/>
                  </a:lnTo>
                  <a:lnTo>
                    <a:pt x="154" y="953"/>
                  </a:lnTo>
                  <a:lnTo>
                    <a:pt x="147" y="951"/>
                  </a:lnTo>
                  <a:lnTo>
                    <a:pt x="142" y="949"/>
                  </a:lnTo>
                  <a:lnTo>
                    <a:pt x="138" y="945"/>
                  </a:lnTo>
                  <a:lnTo>
                    <a:pt x="133" y="941"/>
                  </a:lnTo>
                  <a:lnTo>
                    <a:pt x="130" y="935"/>
                  </a:lnTo>
                  <a:lnTo>
                    <a:pt x="129" y="929"/>
                  </a:lnTo>
                  <a:lnTo>
                    <a:pt x="128" y="922"/>
                  </a:lnTo>
                  <a:lnTo>
                    <a:pt x="128" y="827"/>
                  </a:lnTo>
                  <a:lnTo>
                    <a:pt x="191" y="827"/>
                  </a:lnTo>
                  <a:lnTo>
                    <a:pt x="191" y="922"/>
                  </a:lnTo>
                  <a:close/>
                  <a:moveTo>
                    <a:pt x="256" y="731"/>
                  </a:moveTo>
                  <a:lnTo>
                    <a:pt x="256" y="731"/>
                  </a:lnTo>
                  <a:lnTo>
                    <a:pt x="254" y="738"/>
                  </a:lnTo>
                  <a:lnTo>
                    <a:pt x="252" y="744"/>
                  </a:lnTo>
                  <a:lnTo>
                    <a:pt x="250" y="750"/>
                  </a:lnTo>
                  <a:lnTo>
                    <a:pt x="246" y="754"/>
                  </a:lnTo>
                  <a:lnTo>
                    <a:pt x="242" y="758"/>
                  </a:lnTo>
                  <a:lnTo>
                    <a:pt x="235" y="760"/>
                  </a:lnTo>
                  <a:lnTo>
                    <a:pt x="230" y="762"/>
                  </a:lnTo>
                  <a:lnTo>
                    <a:pt x="223" y="764"/>
                  </a:lnTo>
                  <a:lnTo>
                    <a:pt x="96" y="764"/>
                  </a:lnTo>
                  <a:lnTo>
                    <a:pt x="96" y="764"/>
                  </a:lnTo>
                  <a:lnTo>
                    <a:pt x="89" y="762"/>
                  </a:lnTo>
                  <a:lnTo>
                    <a:pt x="84" y="760"/>
                  </a:lnTo>
                  <a:lnTo>
                    <a:pt x="78" y="758"/>
                  </a:lnTo>
                  <a:lnTo>
                    <a:pt x="73" y="754"/>
                  </a:lnTo>
                  <a:lnTo>
                    <a:pt x="70" y="750"/>
                  </a:lnTo>
                  <a:lnTo>
                    <a:pt x="67" y="744"/>
                  </a:lnTo>
                  <a:lnTo>
                    <a:pt x="65" y="738"/>
                  </a:lnTo>
                  <a:lnTo>
                    <a:pt x="65" y="731"/>
                  </a:lnTo>
                  <a:lnTo>
                    <a:pt x="65" y="605"/>
                  </a:lnTo>
                  <a:lnTo>
                    <a:pt x="65" y="605"/>
                  </a:lnTo>
                  <a:lnTo>
                    <a:pt x="65" y="598"/>
                  </a:lnTo>
                  <a:lnTo>
                    <a:pt x="67" y="592"/>
                  </a:lnTo>
                  <a:lnTo>
                    <a:pt x="70" y="586"/>
                  </a:lnTo>
                  <a:lnTo>
                    <a:pt x="73" y="582"/>
                  </a:lnTo>
                  <a:lnTo>
                    <a:pt x="78" y="578"/>
                  </a:lnTo>
                  <a:lnTo>
                    <a:pt x="84" y="575"/>
                  </a:lnTo>
                  <a:lnTo>
                    <a:pt x="89" y="574"/>
                  </a:lnTo>
                  <a:lnTo>
                    <a:pt x="96" y="573"/>
                  </a:lnTo>
                  <a:lnTo>
                    <a:pt x="223" y="573"/>
                  </a:lnTo>
                  <a:lnTo>
                    <a:pt x="223" y="573"/>
                  </a:lnTo>
                  <a:lnTo>
                    <a:pt x="230" y="574"/>
                  </a:lnTo>
                  <a:lnTo>
                    <a:pt x="235" y="575"/>
                  </a:lnTo>
                  <a:lnTo>
                    <a:pt x="242" y="578"/>
                  </a:lnTo>
                  <a:lnTo>
                    <a:pt x="246" y="582"/>
                  </a:lnTo>
                  <a:lnTo>
                    <a:pt x="250" y="586"/>
                  </a:lnTo>
                  <a:lnTo>
                    <a:pt x="252" y="592"/>
                  </a:lnTo>
                  <a:lnTo>
                    <a:pt x="254" y="598"/>
                  </a:lnTo>
                  <a:lnTo>
                    <a:pt x="256" y="605"/>
                  </a:lnTo>
                  <a:lnTo>
                    <a:pt x="256" y="731"/>
                  </a:lnTo>
                  <a:close/>
                  <a:moveTo>
                    <a:pt x="955" y="388"/>
                  </a:moveTo>
                  <a:lnTo>
                    <a:pt x="955" y="95"/>
                  </a:lnTo>
                  <a:lnTo>
                    <a:pt x="955" y="95"/>
                  </a:lnTo>
                  <a:lnTo>
                    <a:pt x="954" y="85"/>
                  </a:lnTo>
                  <a:lnTo>
                    <a:pt x="953" y="76"/>
                  </a:lnTo>
                  <a:lnTo>
                    <a:pt x="951" y="67"/>
                  </a:lnTo>
                  <a:lnTo>
                    <a:pt x="948" y="59"/>
                  </a:lnTo>
                  <a:lnTo>
                    <a:pt x="943" y="50"/>
                  </a:lnTo>
                  <a:lnTo>
                    <a:pt x="939" y="43"/>
                  </a:lnTo>
                  <a:lnTo>
                    <a:pt x="933" y="35"/>
                  </a:lnTo>
                  <a:lnTo>
                    <a:pt x="927" y="27"/>
                  </a:lnTo>
                  <a:lnTo>
                    <a:pt x="920" y="22"/>
                  </a:lnTo>
                  <a:lnTo>
                    <a:pt x="913" y="17"/>
                  </a:lnTo>
                  <a:lnTo>
                    <a:pt x="905" y="11"/>
                  </a:lnTo>
                  <a:lnTo>
                    <a:pt x="896" y="7"/>
                  </a:lnTo>
                  <a:lnTo>
                    <a:pt x="888" y="4"/>
                  </a:lnTo>
                  <a:lnTo>
                    <a:pt x="879" y="2"/>
                  </a:lnTo>
                  <a:lnTo>
                    <a:pt x="869" y="1"/>
                  </a:lnTo>
                  <a:lnTo>
                    <a:pt x="860" y="0"/>
                  </a:lnTo>
                  <a:lnTo>
                    <a:pt x="860" y="0"/>
                  </a:lnTo>
                  <a:lnTo>
                    <a:pt x="850" y="1"/>
                  </a:lnTo>
                  <a:lnTo>
                    <a:pt x="840" y="2"/>
                  </a:lnTo>
                  <a:lnTo>
                    <a:pt x="831" y="4"/>
                  </a:lnTo>
                  <a:lnTo>
                    <a:pt x="822" y="7"/>
                  </a:lnTo>
                  <a:lnTo>
                    <a:pt x="813" y="11"/>
                  </a:lnTo>
                  <a:lnTo>
                    <a:pt x="806" y="17"/>
                  </a:lnTo>
                  <a:lnTo>
                    <a:pt x="798" y="22"/>
                  </a:lnTo>
                  <a:lnTo>
                    <a:pt x="792" y="27"/>
                  </a:lnTo>
                  <a:lnTo>
                    <a:pt x="786" y="35"/>
                  </a:lnTo>
                  <a:lnTo>
                    <a:pt x="780" y="43"/>
                  </a:lnTo>
                  <a:lnTo>
                    <a:pt x="776" y="50"/>
                  </a:lnTo>
                  <a:lnTo>
                    <a:pt x="772" y="59"/>
                  </a:lnTo>
                  <a:lnTo>
                    <a:pt x="768" y="67"/>
                  </a:lnTo>
                  <a:lnTo>
                    <a:pt x="766" y="76"/>
                  </a:lnTo>
                  <a:lnTo>
                    <a:pt x="764" y="85"/>
                  </a:lnTo>
                  <a:lnTo>
                    <a:pt x="764" y="95"/>
                  </a:lnTo>
                  <a:lnTo>
                    <a:pt x="764" y="388"/>
                  </a:lnTo>
                  <a:lnTo>
                    <a:pt x="764" y="388"/>
                  </a:lnTo>
                  <a:lnTo>
                    <a:pt x="750" y="393"/>
                  </a:lnTo>
                  <a:lnTo>
                    <a:pt x="738" y="401"/>
                  </a:lnTo>
                  <a:lnTo>
                    <a:pt x="728" y="411"/>
                  </a:lnTo>
                  <a:lnTo>
                    <a:pt x="718" y="421"/>
                  </a:lnTo>
                  <a:lnTo>
                    <a:pt x="710" y="434"/>
                  </a:lnTo>
                  <a:lnTo>
                    <a:pt x="705" y="447"/>
                  </a:lnTo>
                  <a:lnTo>
                    <a:pt x="702" y="462"/>
                  </a:lnTo>
                  <a:lnTo>
                    <a:pt x="701" y="477"/>
                  </a:lnTo>
                  <a:lnTo>
                    <a:pt x="701" y="605"/>
                  </a:lnTo>
                  <a:lnTo>
                    <a:pt x="701" y="605"/>
                  </a:lnTo>
                  <a:lnTo>
                    <a:pt x="702" y="620"/>
                  </a:lnTo>
                  <a:lnTo>
                    <a:pt x="705" y="634"/>
                  </a:lnTo>
                  <a:lnTo>
                    <a:pt x="710" y="648"/>
                  </a:lnTo>
                  <a:lnTo>
                    <a:pt x="718" y="659"/>
                  </a:lnTo>
                  <a:lnTo>
                    <a:pt x="728" y="670"/>
                  </a:lnTo>
                  <a:lnTo>
                    <a:pt x="738" y="680"/>
                  </a:lnTo>
                  <a:lnTo>
                    <a:pt x="750" y="688"/>
                  </a:lnTo>
                  <a:lnTo>
                    <a:pt x="764" y="694"/>
                  </a:lnTo>
                  <a:lnTo>
                    <a:pt x="764" y="922"/>
                  </a:lnTo>
                  <a:lnTo>
                    <a:pt x="764" y="922"/>
                  </a:lnTo>
                  <a:lnTo>
                    <a:pt x="764" y="932"/>
                  </a:lnTo>
                  <a:lnTo>
                    <a:pt x="766" y="942"/>
                  </a:lnTo>
                  <a:lnTo>
                    <a:pt x="768" y="950"/>
                  </a:lnTo>
                  <a:lnTo>
                    <a:pt x="772" y="960"/>
                  </a:lnTo>
                  <a:lnTo>
                    <a:pt x="776" y="967"/>
                  </a:lnTo>
                  <a:lnTo>
                    <a:pt x="780" y="976"/>
                  </a:lnTo>
                  <a:lnTo>
                    <a:pt x="786" y="983"/>
                  </a:lnTo>
                  <a:lnTo>
                    <a:pt x="792" y="990"/>
                  </a:lnTo>
                  <a:lnTo>
                    <a:pt x="798" y="996"/>
                  </a:lnTo>
                  <a:lnTo>
                    <a:pt x="806" y="1002"/>
                  </a:lnTo>
                  <a:lnTo>
                    <a:pt x="813" y="1006"/>
                  </a:lnTo>
                  <a:lnTo>
                    <a:pt x="822" y="1010"/>
                  </a:lnTo>
                  <a:lnTo>
                    <a:pt x="831" y="1014"/>
                  </a:lnTo>
                  <a:lnTo>
                    <a:pt x="840" y="1016"/>
                  </a:lnTo>
                  <a:lnTo>
                    <a:pt x="850" y="1017"/>
                  </a:lnTo>
                  <a:lnTo>
                    <a:pt x="860" y="1018"/>
                  </a:lnTo>
                  <a:lnTo>
                    <a:pt x="860" y="1018"/>
                  </a:lnTo>
                  <a:lnTo>
                    <a:pt x="869" y="1017"/>
                  </a:lnTo>
                  <a:lnTo>
                    <a:pt x="879" y="1016"/>
                  </a:lnTo>
                  <a:lnTo>
                    <a:pt x="888" y="1014"/>
                  </a:lnTo>
                  <a:lnTo>
                    <a:pt x="896" y="1010"/>
                  </a:lnTo>
                  <a:lnTo>
                    <a:pt x="905" y="1006"/>
                  </a:lnTo>
                  <a:lnTo>
                    <a:pt x="913" y="1002"/>
                  </a:lnTo>
                  <a:lnTo>
                    <a:pt x="920" y="996"/>
                  </a:lnTo>
                  <a:lnTo>
                    <a:pt x="927" y="990"/>
                  </a:lnTo>
                  <a:lnTo>
                    <a:pt x="933" y="983"/>
                  </a:lnTo>
                  <a:lnTo>
                    <a:pt x="939" y="976"/>
                  </a:lnTo>
                  <a:lnTo>
                    <a:pt x="943" y="967"/>
                  </a:lnTo>
                  <a:lnTo>
                    <a:pt x="948" y="960"/>
                  </a:lnTo>
                  <a:lnTo>
                    <a:pt x="951" y="950"/>
                  </a:lnTo>
                  <a:lnTo>
                    <a:pt x="953" y="942"/>
                  </a:lnTo>
                  <a:lnTo>
                    <a:pt x="954" y="932"/>
                  </a:lnTo>
                  <a:lnTo>
                    <a:pt x="955" y="922"/>
                  </a:lnTo>
                  <a:lnTo>
                    <a:pt x="955" y="694"/>
                  </a:lnTo>
                  <a:lnTo>
                    <a:pt x="955" y="694"/>
                  </a:lnTo>
                  <a:lnTo>
                    <a:pt x="968" y="688"/>
                  </a:lnTo>
                  <a:lnTo>
                    <a:pt x="981" y="680"/>
                  </a:lnTo>
                  <a:lnTo>
                    <a:pt x="992" y="670"/>
                  </a:lnTo>
                  <a:lnTo>
                    <a:pt x="1000" y="659"/>
                  </a:lnTo>
                  <a:lnTo>
                    <a:pt x="1008" y="648"/>
                  </a:lnTo>
                  <a:lnTo>
                    <a:pt x="1014" y="634"/>
                  </a:lnTo>
                  <a:lnTo>
                    <a:pt x="1017" y="620"/>
                  </a:lnTo>
                  <a:lnTo>
                    <a:pt x="1018" y="605"/>
                  </a:lnTo>
                  <a:lnTo>
                    <a:pt x="1018" y="477"/>
                  </a:lnTo>
                  <a:lnTo>
                    <a:pt x="1018" y="477"/>
                  </a:lnTo>
                  <a:lnTo>
                    <a:pt x="1017" y="462"/>
                  </a:lnTo>
                  <a:lnTo>
                    <a:pt x="1014" y="447"/>
                  </a:lnTo>
                  <a:lnTo>
                    <a:pt x="1008" y="434"/>
                  </a:lnTo>
                  <a:lnTo>
                    <a:pt x="1000" y="421"/>
                  </a:lnTo>
                  <a:lnTo>
                    <a:pt x="992" y="411"/>
                  </a:lnTo>
                  <a:lnTo>
                    <a:pt x="981" y="401"/>
                  </a:lnTo>
                  <a:lnTo>
                    <a:pt x="968" y="393"/>
                  </a:lnTo>
                  <a:lnTo>
                    <a:pt x="955" y="388"/>
                  </a:lnTo>
                  <a:lnTo>
                    <a:pt x="955" y="388"/>
                  </a:lnTo>
                  <a:close/>
                  <a:moveTo>
                    <a:pt x="827" y="95"/>
                  </a:moveTo>
                  <a:lnTo>
                    <a:pt x="827" y="95"/>
                  </a:lnTo>
                  <a:lnTo>
                    <a:pt x="828" y="89"/>
                  </a:lnTo>
                  <a:lnTo>
                    <a:pt x="831" y="83"/>
                  </a:lnTo>
                  <a:lnTo>
                    <a:pt x="833" y="78"/>
                  </a:lnTo>
                  <a:lnTo>
                    <a:pt x="837" y="73"/>
                  </a:lnTo>
                  <a:lnTo>
                    <a:pt x="841" y="69"/>
                  </a:lnTo>
                  <a:lnTo>
                    <a:pt x="847" y="66"/>
                  </a:lnTo>
                  <a:lnTo>
                    <a:pt x="853" y="64"/>
                  </a:lnTo>
                  <a:lnTo>
                    <a:pt x="860" y="64"/>
                  </a:lnTo>
                  <a:lnTo>
                    <a:pt x="860" y="64"/>
                  </a:lnTo>
                  <a:lnTo>
                    <a:pt x="866" y="64"/>
                  </a:lnTo>
                  <a:lnTo>
                    <a:pt x="871" y="66"/>
                  </a:lnTo>
                  <a:lnTo>
                    <a:pt x="877" y="69"/>
                  </a:lnTo>
                  <a:lnTo>
                    <a:pt x="882" y="73"/>
                  </a:lnTo>
                  <a:lnTo>
                    <a:pt x="885" y="78"/>
                  </a:lnTo>
                  <a:lnTo>
                    <a:pt x="889" y="83"/>
                  </a:lnTo>
                  <a:lnTo>
                    <a:pt x="891" y="89"/>
                  </a:lnTo>
                  <a:lnTo>
                    <a:pt x="891" y="95"/>
                  </a:lnTo>
                  <a:lnTo>
                    <a:pt x="891" y="382"/>
                  </a:lnTo>
                  <a:lnTo>
                    <a:pt x="827" y="382"/>
                  </a:lnTo>
                  <a:lnTo>
                    <a:pt x="827" y="95"/>
                  </a:lnTo>
                  <a:close/>
                  <a:moveTo>
                    <a:pt x="891" y="922"/>
                  </a:moveTo>
                  <a:lnTo>
                    <a:pt x="891" y="922"/>
                  </a:lnTo>
                  <a:lnTo>
                    <a:pt x="891" y="929"/>
                  </a:lnTo>
                  <a:lnTo>
                    <a:pt x="889" y="935"/>
                  </a:lnTo>
                  <a:lnTo>
                    <a:pt x="885" y="941"/>
                  </a:lnTo>
                  <a:lnTo>
                    <a:pt x="882" y="945"/>
                  </a:lnTo>
                  <a:lnTo>
                    <a:pt x="877" y="949"/>
                  </a:lnTo>
                  <a:lnTo>
                    <a:pt x="871" y="951"/>
                  </a:lnTo>
                  <a:lnTo>
                    <a:pt x="866" y="953"/>
                  </a:lnTo>
                  <a:lnTo>
                    <a:pt x="860" y="954"/>
                  </a:lnTo>
                  <a:lnTo>
                    <a:pt x="860" y="954"/>
                  </a:lnTo>
                  <a:lnTo>
                    <a:pt x="853" y="953"/>
                  </a:lnTo>
                  <a:lnTo>
                    <a:pt x="847" y="951"/>
                  </a:lnTo>
                  <a:lnTo>
                    <a:pt x="841" y="949"/>
                  </a:lnTo>
                  <a:lnTo>
                    <a:pt x="837" y="945"/>
                  </a:lnTo>
                  <a:lnTo>
                    <a:pt x="833" y="941"/>
                  </a:lnTo>
                  <a:lnTo>
                    <a:pt x="831" y="935"/>
                  </a:lnTo>
                  <a:lnTo>
                    <a:pt x="828" y="929"/>
                  </a:lnTo>
                  <a:lnTo>
                    <a:pt x="827" y="922"/>
                  </a:lnTo>
                  <a:lnTo>
                    <a:pt x="827" y="700"/>
                  </a:lnTo>
                  <a:lnTo>
                    <a:pt x="891" y="700"/>
                  </a:lnTo>
                  <a:lnTo>
                    <a:pt x="891" y="922"/>
                  </a:lnTo>
                  <a:close/>
                  <a:moveTo>
                    <a:pt x="955" y="605"/>
                  </a:moveTo>
                  <a:lnTo>
                    <a:pt x="955" y="605"/>
                  </a:lnTo>
                  <a:lnTo>
                    <a:pt x="954" y="611"/>
                  </a:lnTo>
                  <a:lnTo>
                    <a:pt x="952" y="617"/>
                  </a:lnTo>
                  <a:lnTo>
                    <a:pt x="950" y="622"/>
                  </a:lnTo>
                  <a:lnTo>
                    <a:pt x="945" y="627"/>
                  </a:lnTo>
                  <a:lnTo>
                    <a:pt x="941" y="630"/>
                  </a:lnTo>
                  <a:lnTo>
                    <a:pt x="936" y="634"/>
                  </a:lnTo>
                  <a:lnTo>
                    <a:pt x="929" y="636"/>
                  </a:lnTo>
                  <a:lnTo>
                    <a:pt x="923" y="636"/>
                  </a:lnTo>
                  <a:lnTo>
                    <a:pt x="796" y="636"/>
                  </a:lnTo>
                  <a:lnTo>
                    <a:pt x="796" y="636"/>
                  </a:lnTo>
                  <a:lnTo>
                    <a:pt x="790" y="636"/>
                  </a:lnTo>
                  <a:lnTo>
                    <a:pt x="783" y="634"/>
                  </a:lnTo>
                  <a:lnTo>
                    <a:pt x="778" y="630"/>
                  </a:lnTo>
                  <a:lnTo>
                    <a:pt x="774" y="627"/>
                  </a:lnTo>
                  <a:lnTo>
                    <a:pt x="769" y="622"/>
                  </a:lnTo>
                  <a:lnTo>
                    <a:pt x="766" y="617"/>
                  </a:lnTo>
                  <a:lnTo>
                    <a:pt x="764" y="611"/>
                  </a:lnTo>
                  <a:lnTo>
                    <a:pt x="764" y="605"/>
                  </a:lnTo>
                  <a:lnTo>
                    <a:pt x="764" y="477"/>
                  </a:lnTo>
                  <a:lnTo>
                    <a:pt x="764" y="477"/>
                  </a:lnTo>
                  <a:lnTo>
                    <a:pt x="764" y="471"/>
                  </a:lnTo>
                  <a:lnTo>
                    <a:pt x="766" y="464"/>
                  </a:lnTo>
                  <a:lnTo>
                    <a:pt x="769" y="459"/>
                  </a:lnTo>
                  <a:lnTo>
                    <a:pt x="774" y="455"/>
                  </a:lnTo>
                  <a:lnTo>
                    <a:pt x="778" y="450"/>
                  </a:lnTo>
                  <a:lnTo>
                    <a:pt x="783" y="448"/>
                  </a:lnTo>
                  <a:lnTo>
                    <a:pt x="790" y="446"/>
                  </a:lnTo>
                  <a:lnTo>
                    <a:pt x="796" y="445"/>
                  </a:lnTo>
                  <a:lnTo>
                    <a:pt x="923" y="445"/>
                  </a:lnTo>
                  <a:lnTo>
                    <a:pt x="923" y="445"/>
                  </a:lnTo>
                  <a:lnTo>
                    <a:pt x="929" y="446"/>
                  </a:lnTo>
                  <a:lnTo>
                    <a:pt x="936" y="448"/>
                  </a:lnTo>
                  <a:lnTo>
                    <a:pt x="941" y="450"/>
                  </a:lnTo>
                  <a:lnTo>
                    <a:pt x="945" y="455"/>
                  </a:lnTo>
                  <a:lnTo>
                    <a:pt x="950" y="459"/>
                  </a:lnTo>
                  <a:lnTo>
                    <a:pt x="952" y="464"/>
                  </a:lnTo>
                  <a:lnTo>
                    <a:pt x="954" y="471"/>
                  </a:lnTo>
                  <a:lnTo>
                    <a:pt x="955" y="477"/>
                  </a:lnTo>
                  <a:lnTo>
                    <a:pt x="955" y="605"/>
                  </a:lnTo>
                  <a:close/>
                  <a:moveTo>
                    <a:pt x="605" y="133"/>
                  </a:moveTo>
                  <a:lnTo>
                    <a:pt x="605" y="95"/>
                  </a:lnTo>
                  <a:lnTo>
                    <a:pt x="605" y="95"/>
                  </a:lnTo>
                  <a:lnTo>
                    <a:pt x="604" y="85"/>
                  </a:lnTo>
                  <a:lnTo>
                    <a:pt x="603" y="76"/>
                  </a:lnTo>
                  <a:lnTo>
                    <a:pt x="601" y="67"/>
                  </a:lnTo>
                  <a:lnTo>
                    <a:pt x="598" y="59"/>
                  </a:lnTo>
                  <a:lnTo>
                    <a:pt x="594" y="50"/>
                  </a:lnTo>
                  <a:lnTo>
                    <a:pt x="588" y="43"/>
                  </a:lnTo>
                  <a:lnTo>
                    <a:pt x="583" y="35"/>
                  </a:lnTo>
                  <a:lnTo>
                    <a:pt x="577" y="27"/>
                  </a:lnTo>
                  <a:lnTo>
                    <a:pt x="570" y="22"/>
                  </a:lnTo>
                  <a:lnTo>
                    <a:pt x="562" y="17"/>
                  </a:lnTo>
                  <a:lnTo>
                    <a:pt x="555" y="11"/>
                  </a:lnTo>
                  <a:lnTo>
                    <a:pt x="546" y="7"/>
                  </a:lnTo>
                  <a:lnTo>
                    <a:pt x="538" y="4"/>
                  </a:lnTo>
                  <a:lnTo>
                    <a:pt x="529" y="2"/>
                  </a:lnTo>
                  <a:lnTo>
                    <a:pt x="519" y="1"/>
                  </a:lnTo>
                  <a:lnTo>
                    <a:pt x="510" y="0"/>
                  </a:lnTo>
                  <a:lnTo>
                    <a:pt x="510" y="0"/>
                  </a:lnTo>
                  <a:lnTo>
                    <a:pt x="500" y="1"/>
                  </a:lnTo>
                  <a:lnTo>
                    <a:pt x="491" y="2"/>
                  </a:lnTo>
                  <a:lnTo>
                    <a:pt x="481" y="4"/>
                  </a:lnTo>
                  <a:lnTo>
                    <a:pt x="472" y="7"/>
                  </a:lnTo>
                  <a:lnTo>
                    <a:pt x="464" y="11"/>
                  </a:lnTo>
                  <a:lnTo>
                    <a:pt x="456" y="17"/>
                  </a:lnTo>
                  <a:lnTo>
                    <a:pt x="449" y="22"/>
                  </a:lnTo>
                  <a:lnTo>
                    <a:pt x="442" y="27"/>
                  </a:lnTo>
                  <a:lnTo>
                    <a:pt x="436" y="35"/>
                  </a:lnTo>
                  <a:lnTo>
                    <a:pt x="430" y="43"/>
                  </a:lnTo>
                  <a:lnTo>
                    <a:pt x="426" y="50"/>
                  </a:lnTo>
                  <a:lnTo>
                    <a:pt x="422" y="59"/>
                  </a:lnTo>
                  <a:lnTo>
                    <a:pt x="419" y="67"/>
                  </a:lnTo>
                  <a:lnTo>
                    <a:pt x="416" y="76"/>
                  </a:lnTo>
                  <a:lnTo>
                    <a:pt x="414" y="85"/>
                  </a:lnTo>
                  <a:lnTo>
                    <a:pt x="414" y="95"/>
                  </a:lnTo>
                  <a:lnTo>
                    <a:pt x="414" y="133"/>
                  </a:lnTo>
                  <a:lnTo>
                    <a:pt x="414" y="133"/>
                  </a:lnTo>
                  <a:lnTo>
                    <a:pt x="400" y="139"/>
                  </a:lnTo>
                  <a:lnTo>
                    <a:pt x="389" y="147"/>
                  </a:lnTo>
                  <a:lnTo>
                    <a:pt x="378" y="156"/>
                  </a:lnTo>
                  <a:lnTo>
                    <a:pt x="368" y="167"/>
                  </a:lnTo>
                  <a:lnTo>
                    <a:pt x="361" y="180"/>
                  </a:lnTo>
                  <a:lnTo>
                    <a:pt x="355" y="193"/>
                  </a:lnTo>
                  <a:lnTo>
                    <a:pt x="352" y="208"/>
                  </a:lnTo>
                  <a:lnTo>
                    <a:pt x="351" y="223"/>
                  </a:lnTo>
                  <a:lnTo>
                    <a:pt x="351" y="349"/>
                  </a:lnTo>
                  <a:lnTo>
                    <a:pt x="351" y="349"/>
                  </a:lnTo>
                  <a:lnTo>
                    <a:pt x="352" y="365"/>
                  </a:lnTo>
                  <a:lnTo>
                    <a:pt x="355" y="379"/>
                  </a:lnTo>
                  <a:lnTo>
                    <a:pt x="361" y="393"/>
                  </a:lnTo>
                  <a:lnTo>
                    <a:pt x="368" y="405"/>
                  </a:lnTo>
                  <a:lnTo>
                    <a:pt x="378" y="416"/>
                  </a:lnTo>
                  <a:lnTo>
                    <a:pt x="389" y="426"/>
                  </a:lnTo>
                  <a:lnTo>
                    <a:pt x="400" y="433"/>
                  </a:lnTo>
                  <a:lnTo>
                    <a:pt x="414" y="439"/>
                  </a:lnTo>
                  <a:lnTo>
                    <a:pt x="414" y="922"/>
                  </a:lnTo>
                  <a:lnTo>
                    <a:pt x="414" y="922"/>
                  </a:lnTo>
                  <a:lnTo>
                    <a:pt x="414" y="932"/>
                  </a:lnTo>
                  <a:lnTo>
                    <a:pt x="416" y="942"/>
                  </a:lnTo>
                  <a:lnTo>
                    <a:pt x="419" y="950"/>
                  </a:lnTo>
                  <a:lnTo>
                    <a:pt x="422" y="960"/>
                  </a:lnTo>
                  <a:lnTo>
                    <a:pt x="426" y="967"/>
                  </a:lnTo>
                  <a:lnTo>
                    <a:pt x="430" y="976"/>
                  </a:lnTo>
                  <a:lnTo>
                    <a:pt x="436" y="983"/>
                  </a:lnTo>
                  <a:lnTo>
                    <a:pt x="442" y="990"/>
                  </a:lnTo>
                  <a:lnTo>
                    <a:pt x="449" y="996"/>
                  </a:lnTo>
                  <a:lnTo>
                    <a:pt x="456" y="1002"/>
                  </a:lnTo>
                  <a:lnTo>
                    <a:pt x="464" y="1006"/>
                  </a:lnTo>
                  <a:lnTo>
                    <a:pt x="472" y="1010"/>
                  </a:lnTo>
                  <a:lnTo>
                    <a:pt x="481" y="1014"/>
                  </a:lnTo>
                  <a:lnTo>
                    <a:pt x="491" y="1016"/>
                  </a:lnTo>
                  <a:lnTo>
                    <a:pt x="500" y="1017"/>
                  </a:lnTo>
                  <a:lnTo>
                    <a:pt x="510" y="1018"/>
                  </a:lnTo>
                  <a:lnTo>
                    <a:pt x="510" y="1018"/>
                  </a:lnTo>
                  <a:lnTo>
                    <a:pt x="519" y="1017"/>
                  </a:lnTo>
                  <a:lnTo>
                    <a:pt x="529" y="1016"/>
                  </a:lnTo>
                  <a:lnTo>
                    <a:pt x="538" y="1014"/>
                  </a:lnTo>
                  <a:lnTo>
                    <a:pt x="546" y="1010"/>
                  </a:lnTo>
                  <a:lnTo>
                    <a:pt x="555" y="1006"/>
                  </a:lnTo>
                  <a:lnTo>
                    <a:pt x="562" y="1002"/>
                  </a:lnTo>
                  <a:lnTo>
                    <a:pt x="570" y="996"/>
                  </a:lnTo>
                  <a:lnTo>
                    <a:pt x="577" y="990"/>
                  </a:lnTo>
                  <a:lnTo>
                    <a:pt x="583" y="983"/>
                  </a:lnTo>
                  <a:lnTo>
                    <a:pt x="588" y="976"/>
                  </a:lnTo>
                  <a:lnTo>
                    <a:pt x="594" y="967"/>
                  </a:lnTo>
                  <a:lnTo>
                    <a:pt x="598" y="960"/>
                  </a:lnTo>
                  <a:lnTo>
                    <a:pt x="601" y="950"/>
                  </a:lnTo>
                  <a:lnTo>
                    <a:pt x="603" y="942"/>
                  </a:lnTo>
                  <a:lnTo>
                    <a:pt x="604" y="932"/>
                  </a:lnTo>
                  <a:lnTo>
                    <a:pt x="605" y="922"/>
                  </a:lnTo>
                  <a:lnTo>
                    <a:pt x="605" y="439"/>
                  </a:lnTo>
                  <a:lnTo>
                    <a:pt x="605" y="439"/>
                  </a:lnTo>
                  <a:lnTo>
                    <a:pt x="618" y="433"/>
                  </a:lnTo>
                  <a:lnTo>
                    <a:pt x="630" y="426"/>
                  </a:lnTo>
                  <a:lnTo>
                    <a:pt x="642" y="416"/>
                  </a:lnTo>
                  <a:lnTo>
                    <a:pt x="650" y="405"/>
                  </a:lnTo>
                  <a:lnTo>
                    <a:pt x="658" y="393"/>
                  </a:lnTo>
                  <a:lnTo>
                    <a:pt x="664" y="379"/>
                  </a:lnTo>
                  <a:lnTo>
                    <a:pt x="668" y="365"/>
                  </a:lnTo>
                  <a:lnTo>
                    <a:pt x="669" y="349"/>
                  </a:lnTo>
                  <a:lnTo>
                    <a:pt x="669" y="223"/>
                  </a:lnTo>
                  <a:lnTo>
                    <a:pt x="669" y="223"/>
                  </a:lnTo>
                  <a:lnTo>
                    <a:pt x="668" y="208"/>
                  </a:lnTo>
                  <a:lnTo>
                    <a:pt x="664" y="193"/>
                  </a:lnTo>
                  <a:lnTo>
                    <a:pt x="658" y="180"/>
                  </a:lnTo>
                  <a:lnTo>
                    <a:pt x="650" y="167"/>
                  </a:lnTo>
                  <a:lnTo>
                    <a:pt x="642" y="156"/>
                  </a:lnTo>
                  <a:lnTo>
                    <a:pt x="630" y="147"/>
                  </a:lnTo>
                  <a:lnTo>
                    <a:pt x="618" y="139"/>
                  </a:lnTo>
                  <a:lnTo>
                    <a:pt x="605" y="133"/>
                  </a:lnTo>
                  <a:lnTo>
                    <a:pt x="605" y="133"/>
                  </a:lnTo>
                  <a:close/>
                  <a:moveTo>
                    <a:pt x="478" y="95"/>
                  </a:moveTo>
                  <a:lnTo>
                    <a:pt x="478" y="95"/>
                  </a:lnTo>
                  <a:lnTo>
                    <a:pt x="479" y="89"/>
                  </a:lnTo>
                  <a:lnTo>
                    <a:pt x="480" y="83"/>
                  </a:lnTo>
                  <a:lnTo>
                    <a:pt x="483" y="78"/>
                  </a:lnTo>
                  <a:lnTo>
                    <a:pt x="487" y="73"/>
                  </a:lnTo>
                  <a:lnTo>
                    <a:pt x="492" y="69"/>
                  </a:lnTo>
                  <a:lnTo>
                    <a:pt x="497" y="66"/>
                  </a:lnTo>
                  <a:lnTo>
                    <a:pt x="503" y="64"/>
                  </a:lnTo>
                  <a:lnTo>
                    <a:pt x="510" y="64"/>
                  </a:lnTo>
                  <a:lnTo>
                    <a:pt x="510" y="64"/>
                  </a:lnTo>
                  <a:lnTo>
                    <a:pt x="516" y="64"/>
                  </a:lnTo>
                  <a:lnTo>
                    <a:pt x="522" y="66"/>
                  </a:lnTo>
                  <a:lnTo>
                    <a:pt x="527" y="69"/>
                  </a:lnTo>
                  <a:lnTo>
                    <a:pt x="532" y="73"/>
                  </a:lnTo>
                  <a:lnTo>
                    <a:pt x="536" y="78"/>
                  </a:lnTo>
                  <a:lnTo>
                    <a:pt x="539" y="83"/>
                  </a:lnTo>
                  <a:lnTo>
                    <a:pt x="541" y="89"/>
                  </a:lnTo>
                  <a:lnTo>
                    <a:pt x="541" y="95"/>
                  </a:lnTo>
                  <a:lnTo>
                    <a:pt x="541" y="127"/>
                  </a:lnTo>
                  <a:lnTo>
                    <a:pt x="478" y="127"/>
                  </a:lnTo>
                  <a:lnTo>
                    <a:pt x="478" y="95"/>
                  </a:lnTo>
                  <a:close/>
                  <a:moveTo>
                    <a:pt x="541" y="922"/>
                  </a:moveTo>
                  <a:lnTo>
                    <a:pt x="541" y="922"/>
                  </a:lnTo>
                  <a:lnTo>
                    <a:pt x="541" y="929"/>
                  </a:lnTo>
                  <a:lnTo>
                    <a:pt x="539" y="935"/>
                  </a:lnTo>
                  <a:lnTo>
                    <a:pt x="536" y="941"/>
                  </a:lnTo>
                  <a:lnTo>
                    <a:pt x="532" y="945"/>
                  </a:lnTo>
                  <a:lnTo>
                    <a:pt x="527" y="949"/>
                  </a:lnTo>
                  <a:lnTo>
                    <a:pt x="522" y="951"/>
                  </a:lnTo>
                  <a:lnTo>
                    <a:pt x="516" y="953"/>
                  </a:lnTo>
                  <a:lnTo>
                    <a:pt x="510" y="954"/>
                  </a:lnTo>
                  <a:lnTo>
                    <a:pt x="510" y="954"/>
                  </a:lnTo>
                  <a:lnTo>
                    <a:pt x="503" y="953"/>
                  </a:lnTo>
                  <a:lnTo>
                    <a:pt x="497" y="951"/>
                  </a:lnTo>
                  <a:lnTo>
                    <a:pt x="492" y="949"/>
                  </a:lnTo>
                  <a:lnTo>
                    <a:pt x="487" y="945"/>
                  </a:lnTo>
                  <a:lnTo>
                    <a:pt x="483" y="941"/>
                  </a:lnTo>
                  <a:lnTo>
                    <a:pt x="480" y="935"/>
                  </a:lnTo>
                  <a:lnTo>
                    <a:pt x="479" y="929"/>
                  </a:lnTo>
                  <a:lnTo>
                    <a:pt x="478" y="922"/>
                  </a:lnTo>
                  <a:lnTo>
                    <a:pt x="478" y="445"/>
                  </a:lnTo>
                  <a:lnTo>
                    <a:pt x="541" y="445"/>
                  </a:lnTo>
                  <a:lnTo>
                    <a:pt x="541" y="922"/>
                  </a:lnTo>
                  <a:close/>
                  <a:moveTo>
                    <a:pt x="605" y="349"/>
                  </a:moveTo>
                  <a:lnTo>
                    <a:pt x="605" y="349"/>
                  </a:lnTo>
                  <a:lnTo>
                    <a:pt x="604" y="356"/>
                  </a:lnTo>
                  <a:lnTo>
                    <a:pt x="602" y="362"/>
                  </a:lnTo>
                  <a:lnTo>
                    <a:pt x="600" y="368"/>
                  </a:lnTo>
                  <a:lnTo>
                    <a:pt x="596" y="372"/>
                  </a:lnTo>
                  <a:lnTo>
                    <a:pt x="591" y="376"/>
                  </a:lnTo>
                  <a:lnTo>
                    <a:pt x="586" y="379"/>
                  </a:lnTo>
                  <a:lnTo>
                    <a:pt x="580" y="380"/>
                  </a:lnTo>
                  <a:lnTo>
                    <a:pt x="573" y="382"/>
                  </a:lnTo>
                  <a:lnTo>
                    <a:pt x="445" y="382"/>
                  </a:lnTo>
                  <a:lnTo>
                    <a:pt x="445" y="382"/>
                  </a:lnTo>
                  <a:lnTo>
                    <a:pt x="439" y="380"/>
                  </a:lnTo>
                  <a:lnTo>
                    <a:pt x="434" y="379"/>
                  </a:lnTo>
                  <a:lnTo>
                    <a:pt x="428" y="376"/>
                  </a:lnTo>
                  <a:lnTo>
                    <a:pt x="424" y="372"/>
                  </a:lnTo>
                  <a:lnTo>
                    <a:pt x="420" y="368"/>
                  </a:lnTo>
                  <a:lnTo>
                    <a:pt x="416" y="362"/>
                  </a:lnTo>
                  <a:lnTo>
                    <a:pt x="414" y="356"/>
                  </a:lnTo>
                  <a:lnTo>
                    <a:pt x="414" y="349"/>
                  </a:lnTo>
                  <a:lnTo>
                    <a:pt x="414" y="223"/>
                  </a:lnTo>
                  <a:lnTo>
                    <a:pt x="414" y="223"/>
                  </a:lnTo>
                  <a:lnTo>
                    <a:pt x="414" y="216"/>
                  </a:lnTo>
                  <a:lnTo>
                    <a:pt x="416" y="210"/>
                  </a:lnTo>
                  <a:lnTo>
                    <a:pt x="420" y="205"/>
                  </a:lnTo>
                  <a:lnTo>
                    <a:pt x="424" y="200"/>
                  </a:lnTo>
                  <a:lnTo>
                    <a:pt x="428" y="196"/>
                  </a:lnTo>
                  <a:lnTo>
                    <a:pt x="434" y="194"/>
                  </a:lnTo>
                  <a:lnTo>
                    <a:pt x="439" y="192"/>
                  </a:lnTo>
                  <a:lnTo>
                    <a:pt x="445" y="191"/>
                  </a:lnTo>
                  <a:lnTo>
                    <a:pt x="573" y="191"/>
                  </a:lnTo>
                  <a:lnTo>
                    <a:pt x="573" y="191"/>
                  </a:lnTo>
                  <a:lnTo>
                    <a:pt x="580" y="192"/>
                  </a:lnTo>
                  <a:lnTo>
                    <a:pt x="586" y="194"/>
                  </a:lnTo>
                  <a:lnTo>
                    <a:pt x="591" y="196"/>
                  </a:lnTo>
                  <a:lnTo>
                    <a:pt x="596" y="200"/>
                  </a:lnTo>
                  <a:lnTo>
                    <a:pt x="600" y="205"/>
                  </a:lnTo>
                  <a:lnTo>
                    <a:pt x="602" y="210"/>
                  </a:lnTo>
                  <a:lnTo>
                    <a:pt x="604" y="216"/>
                  </a:lnTo>
                  <a:lnTo>
                    <a:pt x="605" y="223"/>
                  </a:lnTo>
                  <a:lnTo>
                    <a:pt x="605" y="3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55" name="组合 49"/>
          <p:cNvGrpSpPr/>
          <p:nvPr/>
        </p:nvGrpSpPr>
        <p:grpSpPr>
          <a:xfrm>
            <a:off x="769156" y="5114345"/>
            <a:ext cx="648000" cy="648000"/>
            <a:chOff x="769156" y="5114345"/>
            <a:chExt cx="648000" cy="648000"/>
          </a:xfrm>
        </p:grpSpPr>
        <p:sp>
          <p:nvSpPr>
            <p:cNvPr id="56" name="椭圆 32"/>
            <p:cNvSpPr/>
            <p:nvPr/>
          </p:nvSpPr>
          <p:spPr>
            <a:xfrm>
              <a:off x="769156" y="5114345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Freeform 80"/>
            <p:cNvSpPr>
              <a:spLocks noEditPoints="1"/>
            </p:cNvSpPr>
            <p:nvPr/>
          </p:nvSpPr>
          <p:spPr bwMode="auto">
            <a:xfrm>
              <a:off x="932025" y="5276420"/>
              <a:ext cx="322263" cy="323850"/>
            </a:xfrm>
            <a:custGeom>
              <a:avLst/>
              <a:gdLst>
                <a:gd name="T0" fmla="*/ 1017 w 1017"/>
                <a:gd name="T1" fmla="*/ 28 h 1017"/>
                <a:gd name="T2" fmla="*/ 1017 w 1017"/>
                <a:gd name="T3" fmla="*/ 25 h 1017"/>
                <a:gd name="T4" fmla="*/ 1015 w 1017"/>
                <a:gd name="T5" fmla="*/ 19 h 1017"/>
                <a:gd name="T6" fmla="*/ 1014 w 1017"/>
                <a:gd name="T7" fmla="*/ 17 h 1017"/>
                <a:gd name="T8" fmla="*/ 1011 w 1017"/>
                <a:gd name="T9" fmla="*/ 12 h 1017"/>
                <a:gd name="T10" fmla="*/ 1008 w 1017"/>
                <a:gd name="T11" fmla="*/ 9 h 1017"/>
                <a:gd name="T12" fmla="*/ 1005 w 1017"/>
                <a:gd name="T13" fmla="*/ 6 h 1017"/>
                <a:gd name="T14" fmla="*/ 1003 w 1017"/>
                <a:gd name="T15" fmla="*/ 5 h 1017"/>
                <a:gd name="T16" fmla="*/ 1002 w 1017"/>
                <a:gd name="T17" fmla="*/ 4 h 1017"/>
                <a:gd name="T18" fmla="*/ 1002 w 1017"/>
                <a:gd name="T19" fmla="*/ 4 h 1017"/>
                <a:gd name="T20" fmla="*/ 995 w 1017"/>
                <a:gd name="T21" fmla="*/ 1 h 1017"/>
                <a:gd name="T22" fmla="*/ 991 w 1017"/>
                <a:gd name="T23" fmla="*/ 0 h 1017"/>
                <a:gd name="T24" fmla="*/ 984 w 1017"/>
                <a:gd name="T25" fmla="*/ 0 h 1017"/>
                <a:gd name="T26" fmla="*/ 983 w 1017"/>
                <a:gd name="T27" fmla="*/ 0 h 1017"/>
                <a:gd name="T28" fmla="*/ 977 w 1017"/>
                <a:gd name="T29" fmla="*/ 1 h 1017"/>
                <a:gd name="T30" fmla="*/ 973 w 1017"/>
                <a:gd name="T31" fmla="*/ 2 h 1017"/>
                <a:gd name="T32" fmla="*/ 968 w 1017"/>
                <a:gd name="T33" fmla="*/ 5 h 1017"/>
                <a:gd name="T34" fmla="*/ 968 w 1017"/>
                <a:gd name="T35" fmla="*/ 5 h 1017"/>
                <a:gd name="T36" fmla="*/ 10 w 1017"/>
                <a:gd name="T37" fmla="*/ 676 h 1017"/>
                <a:gd name="T38" fmla="*/ 1 w 1017"/>
                <a:gd name="T39" fmla="*/ 689 h 1017"/>
                <a:gd name="T40" fmla="*/ 0 w 1017"/>
                <a:gd name="T41" fmla="*/ 704 h 1017"/>
                <a:gd name="T42" fmla="*/ 3 w 1017"/>
                <a:gd name="T43" fmla="*/ 713 h 1017"/>
                <a:gd name="T44" fmla="*/ 13 w 1017"/>
                <a:gd name="T45" fmla="*/ 724 h 1017"/>
                <a:gd name="T46" fmla="*/ 27 w 1017"/>
                <a:gd name="T47" fmla="*/ 731 h 1017"/>
                <a:gd name="T48" fmla="*/ 350 w 1017"/>
                <a:gd name="T49" fmla="*/ 985 h 1017"/>
                <a:gd name="T50" fmla="*/ 351 w 1017"/>
                <a:gd name="T51" fmla="*/ 988 h 1017"/>
                <a:gd name="T52" fmla="*/ 354 w 1017"/>
                <a:gd name="T53" fmla="*/ 1000 h 1017"/>
                <a:gd name="T54" fmla="*/ 357 w 1017"/>
                <a:gd name="T55" fmla="*/ 1005 h 1017"/>
                <a:gd name="T56" fmla="*/ 365 w 1017"/>
                <a:gd name="T57" fmla="*/ 1012 h 1017"/>
                <a:gd name="T58" fmla="*/ 368 w 1017"/>
                <a:gd name="T59" fmla="*/ 1014 h 1017"/>
                <a:gd name="T60" fmla="*/ 376 w 1017"/>
                <a:gd name="T61" fmla="*/ 1016 h 1017"/>
                <a:gd name="T62" fmla="*/ 382 w 1017"/>
                <a:gd name="T63" fmla="*/ 1017 h 1017"/>
                <a:gd name="T64" fmla="*/ 393 w 1017"/>
                <a:gd name="T65" fmla="*/ 1015 h 1017"/>
                <a:gd name="T66" fmla="*/ 399 w 1017"/>
                <a:gd name="T67" fmla="*/ 1012 h 1017"/>
                <a:gd name="T68" fmla="*/ 405 w 1017"/>
                <a:gd name="T69" fmla="*/ 1006 h 1017"/>
                <a:gd name="T70" fmla="*/ 524 w 1017"/>
                <a:gd name="T71" fmla="*/ 821 h 1017"/>
                <a:gd name="T72" fmla="*/ 876 w 1017"/>
                <a:gd name="T73" fmla="*/ 1013 h 1017"/>
                <a:gd name="T74" fmla="*/ 891 w 1017"/>
                <a:gd name="T75" fmla="*/ 1017 h 1017"/>
                <a:gd name="T76" fmla="*/ 906 w 1017"/>
                <a:gd name="T77" fmla="*/ 1013 h 1017"/>
                <a:gd name="T78" fmla="*/ 921 w 1017"/>
                <a:gd name="T79" fmla="*/ 996 h 1017"/>
                <a:gd name="T80" fmla="*/ 1017 w 1017"/>
                <a:gd name="T81" fmla="*/ 34 h 1017"/>
                <a:gd name="T82" fmla="*/ 367 w 1017"/>
                <a:gd name="T83" fmla="*/ 667 h 1017"/>
                <a:gd name="T84" fmla="*/ 367 w 1017"/>
                <a:gd name="T85" fmla="*/ 667 h 1017"/>
                <a:gd name="T86" fmla="*/ 760 w 1017"/>
                <a:gd name="T87" fmla="*/ 328 h 1017"/>
                <a:gd name="T88" fmla="*/ 557 w 1017"/>
                <a:gd name="T89" fmla="*/ 76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17" h="1017">
                  <a:moveTo>
                    <a:pt x="1017" y="31"/>
                  </a:moveTo>
                  <a:lnTo>
                    <a:pt x="1017" y="31"/>
                  </a:lnTo>
                  <a:lnTo>
                    <a:pt x="1017" y="28"/>
                  </a:lnTo>
                  <a:lnTo>
                    <a:pt x="1017" y="28"/>
                  </a:lnTo>
                  <a:lnTo>
                    <a:pt x="1017" y="25"/>
                  </a:lnTo>
                  <a:lnTo>
                    <a:pt x="1017" y="25"/>
                  </a:lnTo>
                  <a:lnTo>
                    <a:pt x="1016" y="23"/>
                  </a:lnTo>
                  <a:lnTo>
                    <a:pt x="1016" y="23"/>
                  </a:lnTo>
                  <a:lnTo>
                    <a:pt x="1015" y="19"/>
                  </a:lnTo>
                  <a:lnTo>
                    <a:pt x="1015" y="19"/>
                  </a:lnTo>
                  <a:lnTo>
                    <a:pt x="1014" y="17"/>
                  </a:lnTo>
                  <a:lnTo>
                    <a:pt x="1014" y="17"/>
                  </a:lnTo>
                  <a:lnTo>
                    <a:pt x="1013" y="15"/>
                  </a:lnTo>
                  <a:lnTo>
                    <a:pt x="1013" y="15"/>
                  </a:lnTo>
                  <a:lnTo>
                    <a:pt x="1011" y="12"/>
                  </a:lnTo>
                  <a:lnTo>
                    <a:pt x="1011" y="12"/>
                  </a:lnTo>
                  <a:lnTo>
                    <a:pt x="1008" y="9"/>
                  </a:lnTo>
                  <a:lnTo>
                    <a:pt x="1008" y="9"/>
                  </a:lnTo>
                  <a:lnTo>
                    <a:pt x="1006" y="7"/>
                  </a:lnTo>
                  <a:lnTo>
                    <a:pt x="1006" y="7"/>
                  </a:lnTo>
                  <a:lnTo>
                    <a:pt x="1005" y="6"/>
                  </a:lnTo>
                  <a:lnTo>
                    <a:pt x="1005" y="6"/>
                  </a:lnTo>
                  <a:lnTo>
                    <a:pt x="1003" y="5"/>
                  </a:lnTo>
                  <a:lnTo>
                    <a:pt x="1003" y="5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998" y="2"/>
                  </a:lnTo>
                  <a:lnTo>
                    <a:pt x="998" y="2"/>
                  </a:lnTo>
                  <a:lnTo>
                    <a:pt x="995" y="1"/>
                  </a:lnTo>
                  <a:lnTo>
                    <a:pt x="995" y="1"/>
                  </a:lnTo>
                  <a:lnTo>
                    <a:pt x="991" y="0"/>
                  </a:lnTo>
                  <a:lnTo>
                    <a:pt x="991" y="0"/>
                  </a:lnTo>
                  <a:lnTo>
                    <a:pt x="988" y="0"/>
                  </a:lnTo>
                  <a:lnTo>
                    <a:pt x="988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3" y="0"/>
                  </a:lnTo>
                  <a:lnTo>
                    <a:pt x="983" y="0"/>
                  </a:lnTo>
                  <a:lnTo>
                    <a:pt x="981" y="0"/>
                  </a:lnTo>
                  <a:lnTo>
                    <a:pt x="981" y="0"/>
                  </a:lnTo>
                  <a:lnTo>
                    <a:pt x="977" y="1"/>
                  </a:lnTo>
                  <a:lnTo>
                    <a:pt x="977" y="1"/>
                  </a:lnTo>
                  <a:lnTo>
                    <a:pt x="973" y="2"/>
                  </a:lnTo>
                  <a:lnTo>
                    <a:pt x="973" y="2"/>
                  </a:lnTo>
                  <a:lnTo>
                    <a:pt x="971" y="3"/>
                  </a:lnTo>
                  <a:lnTo>
                    <a:pt x="971" y="3"/>
                  </a:lnTo>
                  <a:lnTo>
                    <a:pt x="968" y="5"/>
                  </a:lnTo>
                  <a:lnTo>
                    <a:pt x="968" y="5"/>
                  </a:lnTo>
                  <a:lnTo>
                    <a:pt x="968" y="5"/>
                  </a:lnTo>
                  <a:lnTo>
                    <a:pt x="968" y="5"/>
                  </a:lnTo>
                  <a:lnTo>
                    <a:pt x="14" y="673"/>
                  </a:lnTo>
                  <a:lnTo>
                    <a:pt x="14" y="673"/>
                  </a:lnTo>
                  <a:lnTo>
                    <a:pt x="10" y="676"/>
                  </a:lnTo>
                  <a:lnTo>
                    <a:pt x="6" y="680"/>
                  </a:lnTo>
                  <a:lnTo>
                    <a:pt x="3" y="684"/>
                  </a:lnTo>
                  <a:lnTo>
                    <a:pt x="1" y="689"/>
                  </a:lnTo>
                  <a:lnTo>
                    <a:pt x="0" y="693"/>
                  </a:lnTo>
                  <a:lnTo>
                    <a:pt x="0" y="698"/>
                  </a:lnTo>
                  <a:lnTo>
                    <a:pt x="0" y="704"/>
                  </a:lnTo>
                  <a:lnTo>
                    <a:pt x="1" y="708"/>
                  </a:lnTo>
                  <a:lnTo>
                    <a:pt x="1" y="708"/>
                  </a:lnTo>
                  <a:lnTo>
                    <a:pt x="3" y="713"/>
                  </a:lnTo>
                  <a:lnTo>
                    <a:pt x="6" y="718"/>
                  </a:lnTo>
                  <a:lnTo>
                    <a:pt x="10" y="721"/>
                  </a:lnTo>
                  <a:lnTo>
                    <a:pt x="13" y="724"/>
                  </a:lnTo>
                  <a:lnTo>
                    <a:pt x="17" y="727"/>
                  </a:lnTo>
                  <a:lnTo>
                    <a:pt x="21" y="730"/>
                  </a:lnTo>
                  <a:lnTo>
                    <a:pt x="27" y="731"/>
                  </a:lnTo>
                  <a:lnTo>
                    <a:pt x="32" y="731"/>
                  </a:lnTo>
                  <a:lnTo>
                    <a:pt x="350" y="731"/>
                  </a:lnTo>
                  <a:lnTo>
                    <a:pt x="350" y="985"/>
                  </a:lnTo>
                  <a:lnTo>
                    <a:pt x="350" y="985"/>
                  </a:lnTo>
                  <a:lnTo>
                    <a:pt x="351" y="988"/>
                  </a:lnTo>
                  <a:lnTo>
                    <a:pt x="351" y="988"/>
                  </a:lnTo>
                  <a:lnTo>
                    <a:pt x="352" y="995"/>
                  </a:lnTo>
                  <a:lnTo>
                    <a:pt x="352" y="995"/>
                  </a:lnTo>
                  <a:lnTo>
                    <a:pt x="354" y="1000"/>
                  </a:lnTo>
                  <a:lnTo>
                    <a:pt x="354" y="1000"/>
                  </a:lnTo>
                  <a:lnTo>
                    <a:pt x="357" y="1005"/>
                  </a:lnTo>
                  <a:lnTo>
                    <a:pt x="357" y="1005"/>
                  </a:lnTo>
                  <a:lnTo>
                    <a:pt x="362" y="1010"/>
                  </a:lnTo>
                  <a:lnTo>
                    <a:pt x="362" y="1010"/>
                  </a:lnTo>
                  <a:lnTo>
                    <a:pt x="365" y="1012"/>
                  </a:lnTo>
                  <a:lnTo>
                    <a:pt x="365" y="1012"/>
                  </a:lnTo>
                  <a:lnTo>
                    <a:pt x="368" y="1014"/>
                  </a:lnTo>
                  <a:lnTo>
                    <a:pt x="368" y="1014"/>
                  </a:lnTo>
                  <a:lnTo>
                    <a:pt x="370" y="1015"/>
                  </a:lnTo>
                  <a:lnTo>
                    <a:pt x="370" y="1015"/>
                  </a:lnTo>
                  <a:lnTo>
                    <a:pt x="376" y="1016"/>
                  </a:lnTo>
                  <a:lnTo>
                    <a:pt x="382" y="1017"/>
                  </a:lnTo>
                  <a:lnTo>
                    <a:pt x="382" y="1017"/>
                  </a:lnTo>
                  <a:lnTo>
                    <a:pt x="382" y="1017"/>
                  </a:lnTo>
                  <a:lnTo>
                    <a:pt x="387" y="1016"/>
                  </a:lnTo>
                  <a:lnTo>
                    <a:pt x="393" y="1015"/>
                  </a:lnTo>
                  <a:lnTo>
                    <a:pt x="393" y="1015"/>
                  </a:lnTo>
                  <a:lnTo>
                    <a:pt x="395" y="1014"/>
                  </a:lnTo>
                  <a:lnTo>
                    <a:pt x="395" y="1014"/>
                  </a:lnTo>
                  <a:lnTo>
                    <a:pt x="399" y="1012"/>
                  </a:lnTo>
                  <a:lnTo>
                    <a:pt x="403" y="1007"/>
                  </a:lnTo>
                  <a:lnTo>
                    <a:pt x="403" y="1007"/>
                  </a:lnTo>
                  <a:lnTo>
                    <a:pt x="405" y="1006"/>
                  </a:lnTo>
                  <a:lnTo>
                    <a:pt x="405" y="1006"/>
                  </a:lnTo>
                  <a:lnTo>
                    <a:pt x="409" y="1002"/>
                  </a:lnTo>
                  <a:lnTo>
                    <a:pt x="524" y="821"/>
                  </a:lnTo>
                  <a:lnTo>
                    <a:pt x="524" y="821"/>
                  </a:lnTo>
                  <a:lnTo>
                    <a:pt x="526" y="822"/>
                  </a:lnTo>
                  <a:lnTo>
                    <a:pt x="876" y="1013"/>
                  </a:lnTo>
                  <a:lnTo>
                    <a:pt x="876" y="1013"/>
                  </a:lnTo>
                  <a:lnTo>
                    <a:pt x="883" y="1016"/>
                  </a:lnTo>
                  <a:lnTo>
                    <a:pt x="891" y="1017"/>
                  </a:lnTo>
                  <a:lnTo>
                    <a:pt x="898" y="1016"/>
                  </a:lnTo>
                  <a:lnTo>
                    <a:pt x="906" y="1013"/>
                  </a:lnTo>
                  <a:lnTo>
                    <a:pt x="906" y="1013"/>
                  </a:lnTo>
                  <a:lnTo>
                    <a:pt x="912" y="1009"/>
                  </a:lnTo>
                  <a:lnTo>
                    <a:pt x="917" y="1003"/>
                  </a:lnTo>
                  <a:lnTo>
                    <a:pt x="921" y="996"/>
                  </a:lnTo>
                  <a:lnTo>
                    <a:pt x="922" y="988"/>
                  </a:lnTo>
                  <a:lnTo>
                    <a:pt x="1017" y="34"/>
                  </a:lnTo>
                  <a:lnTo>
                    <a:pt x="1017" y="34"/>
                  </a:lnTo>
                  <a:lnTo>
                    <a:pt x="1017" y="31"/>
                  </a:lnTo>
                  <a:lnTo>
                    <a:pt x="1017" y="31"/>
                  </a:lnTo>
                  <a:close/>
                  <a:moveTo>
                    <a:pt x="367" y="667"/>
                  </a:moveTo>
                  <a:lnTo>
                    <a:pt x="133" y="667"/>
                  </a:lnTo>
                  <a:lnTo>
                    <a:pt x="773" y="219"/>
                  </a:lnTo>
                  <a:lnTo>
                    <a:pt x="367" y="667"/>
                  </a:lnTo>
                  <a:close/>
                  <a:moveTo>
                    <a:pt x="413" y="875"/>
                  </a:moveTo>
                  <a:lnTo>
                    <a:pt x="413" y="711"/>
                  </a:lnTo>
                  <a:lnTo>
                    <a:pt x="760" y="328"/>
                  </a:lnTo>
                  <a:lnTo>
                    <a:pt x="413" y="875"/>
                  </a:lnTo>
                  <a:close/>
                  <a:moveTo>
                    <a:pt x="864" y="934"/>
                  </a:moveTo>
                  <a:lnTo>
                    <a:pt x="557" y="767"/>
                  </a:lnTo>
                  <a:lnTo>
                    <a:pt x="941" y="162"/>
                  </a:lnTo>
                  <a:lnTo>
                    <a:pt x="864" y="9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58" name="组合 50"/>
          <p:cNvGrpSpPr/>
          <p:nvPr/>
        </p:nvGrpSpPr>
        <p:grpSpPr>
          <a:xfrm>
            <a:off x="10774845" y="5114345"/>
            <a:ext cx="648000" cy="648000"/>
            <a:chOff x="10774845" y="5114345"/>
            <a:chExt cx="648000" cy="648000"/>
          </a:xfrm>
        </p:grpSpPr>
        <p:sp>
          <p:nvSpPr>
            <p:cNvPr id="59" name="椭圆 36"/>
            <p:cNvSpPr/>
            <p:nvPr/>
          </p:nvSpPr>
          <p:spPr>
            <a:xfrm>
              <a:off x="10774845" y="5114345"/>
              <a:ext cx="648000" cy="648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Freeform 92"/>
            <p:cNvSpPr>
              <a:spLocks noEditPoints="1"/>
            </p:cNvSpPr>
            <p:nvPr/>
          </p:nvSpPr>
          <p:spPr bwMode="auto">
            <a:xfrm>
              <a:off x="10936920" y="5297058"/>
              <a:ext cx="323850" cy="282575"/>
            </a:xfrm>
            <a:custGeom>
              <a:avLst/>
              <a:gdLst>
                <a:gd name="T0" fmla="*/ 359 w 1018"/>
                <a:gd name="T1" fmla="*/ 20 h 890"/>
                <a:gd name="T2" fmla="*/ 186 w 1018"/>
                <a:gd name="T3" fmla="*/ 102 h 890"/>
                <a:gd name="T4" fmla="*/ 62 w 1018"/>
                <a:gd name="T5" fmla="*/ 233 h 890"/>
                <a:gd name="T6" fmla="*/ 3 w 1018"/>
                <a:gd name="T7" fmla="*/ 400 h 890"/>
                <a:gd name="T8" fmla="*/ 16 w 1018"/>
                <a:gd name="T9" fmla="*/ 557 h 890"/>
                <a:gd name="T10" fmla="*/ 102 w 1018"/>
                <a:gd name="T11" fmla="*/ 711 h 890"/>
                <a:gd name="T12" fmla="*/ 246 w 1018"/>
                <a:gd name="T13" fmla="*/ 826 h 890"/>
                <a:gd name="T14" fmla="*/ 433 w 1018"/>
                <a:gd name="T15" fmla="*/ 885 h 890"/>
                <a:gd name="T16" fmla="*/ 612 w 1018"/>
                <a:gd name="T17" fmla="*/ 882 h 890"/>
                <a:gd name="T18" fmla="*/ 794 w 1018"/>
                <a:gd name="T19" fmla="*/ 814 h 890"/>
                <a:gd name="T20" fmla="*/ 931 w 1018"/>
                <a:gd name="T21" fmla="*/ 694 h 890"/>
                <a:gd name="T22" fmla="*/ 1008 w 1018"/>
                <a:gd name="T23" fmla="*/ 535 h 890"/>
                <a:gd name="T24" fmla="*/ 1013 w 1018"/>
                <a:gd name="T25" fmla="*/ 378 h 890"/>
                <a:gd name="T26" fmla="*/ 944 w 1018"/>
                <a:gd name="T27" fmla="*/ 214 h 890"/>
                <a:gd name="T28" fmla="*/ 813 w 1018"/>
                <a:gd name="T29" fmla="*/ 89 h 890"/>
                <a:gd name="T30" fmla="*/ 636 w 1018"/>
                <a:gd name="T31" fmla="*/ 14 h 890"/>
                <a:gd name="T32" fmla="*/ 330 w 1018"/>
                <a:gd name="T33" fmla="*/ 96 h 890"/>
                <a:gd name="T34" fmla="*/ 230 w 1018"/>
                <a:gd name="T35" fmla="*/ 149 h 890"/>
                <a:gd name="T36" fmla="*/ 195 w 1018"/>
                <a:gd name="T37" fmla="*/ 204 h 890"/>
                <a:gd name="T38" fmla="*/ 234 w 1018"/>
                <a:gd name="T39" fmla="*/ 321 h 890"/>
                <a:gd name="T40" fmla="*/ 71 w 1018"/>
                <a:gd name="T41" fmla="*/ 382 h 890"/>
                <a:gd name="T42" fmla="*/ 117 w 1018"/>
                <a:gd name="T43" fmla="*/ 266 h 890"/>
                <a:gd name="T44" fmla="*/ 224 w 1018"/>
                <a:gd name="T45" fmla="*/ 477 h 890"/>
                <a:gd name="T46" fmla="*/ 249 w 1018"/>
                <a:gd name="T47" fmla="*/ 634 h 890"/>
                <a:gd name="T48" fmla="*/ 155 w 1018"/>
                <a:gd name="T49" fmla="*/ 675 h 890"/>
                <a:gd name="T50" fmla="*/ 88 w 1018"/>
                <a:gd name="T51" fmla="*/ 569 h 890"/>
                <a:gd name="T52" fmla="*/ 230 w 1018"/>
                <a:gd name="T53" fmla="*/ 741 h 890"/>
                <a:gd name="T54" fmla="*/ 330 w 1018"/>
                <a:gd name="T55" fmla="*/ 794 h 890"/>
                <a:gd name="T56" fmla="*/ 478 w 1018"/>
                <a:gd name="T57" fmla="*/ 822 h 890"/>
                <a:gd name="T58" fmla="*/ 385 w 1018"/>
                <a:gd name="T59" fmla="*/ 760 h 890"/>
                <a:gd name="T60" fmla="*/ 478 w 1018"/>
                <a:gd name="T61" fmla="*/ 669 h 890"/>
                <a:gd name="T62" fmla="*/ 335 w 1018"/>
                <a:gd name="T63" fmla="*/ 626 h 890"/>
                <a:gd name="T64" fmla="*/ 291 w 1018"/>
                <a:gd name="T65" fmla="*/ 518 h 890"/>
                <a:gd name="T66" fmla="*/ 289 w 1018"/>
                <a:gd name="T67" fmla="*/ 393 h 890"/>
                <a:gd name="T68" fmla="*/ 317 w 1018"/>
                <a:gd name="T69" fmla="*/ 258 h 890"/>
                <a:gd name="T70" fmla="*/ 478 w 1018"/>
                <a:gd name="T71" fmla="*/ 221 h 890"/>
                <a:gd name="T72" fmla="*/ 385 w 1018"/>
                <a:gd name="T73" fmla="*/ 131 h 890"/>
                <a:gd name="T74" fmla="*/ 478 w 1018"/>
                <a:gd name="T75" fmla="*/ 69 h 890"/>
                <a:gd name="T76" fmla="*/ 785 w 1018"/>
                <a:gd name="T77" fmla="*/ 321 h 890"/>
                <a:gd name="T78" fmla="*/ 823 w 1018"/>
                <a:gd name="T79" fmla="*/ 204 h 890"/>
                <a:gd name="T80" fmla="*/ 910 w 1018"/>
                <a:gd name="T81" fmla="*/ 280 h 890"/>
                <a:gd name="T82" fmla="*/ 951 w 1018"/>
                <a:gd name="T83" fmla="*/ 398 h 890"/>
                <a:gd name="T84" fmla="*/ 728 w 1018"/>
                <a:gd name="T85" fmla="*/ 154 h 890"/>
                <a:gd name="T86" fmla="*/ 790 w 1018"/>
                <a:gd name="T87" fmla="*/ 149 h 890"/>
                <a:gd name="T88" fmla="*/ 590 w 1018"/>
                <a:gd name="T89" fmla="*/ 91 h 890"/>
                <a:gd name="T90" fmla="*/ 645 w 1018"/>
                <a:gd name="T91" fmla="*/ 207 h 890"/>
                <a:gd name="T92" fmla="*/ 625 w 1018"/>
                <a:gd name="T93" fmla="*/ 277 h 890"/>
                <a:gd name="T94" fmla="*/ 721 w 1018"/>
                <a:gd name="T95" fmla="*/ 332 h 890"/>
                <a:gd name="T96" fmla="*/ 731 w 1018"/>
                <a:gd name="T97" fmla="*/ 477 h 890"/>
                <a:gd name="T98" fmla="*/ 708 w 1018"/>
                <a:gd name="T99" fmla="*/ 615 h 890"/>
                <a:gd name="T100" fmla="*/ 541 w 1018"/>
                <a:gd name="T101" fmla="*/ 477 h 890"/>
                <a:gd name="T102" fmla="*/ 678 w 1018"/>
                <a:gd name="T103" fmla="*/ 692 h 890"/>
                <a:gd name="T104" fmla="*/ 571 w 1018"/>
                <a:gd name="T105" fmla="*/ 811 h 890"/>
                <a:gd name="T106" fmla="*/ 716 w 1018"/>
                <a:gd name="T107" fmla="*/ 756 h 890"/>
                <a:gd name="T108" fmla="*/ 742 w 1018"/>
                <a:gd name="T109" fmla="*/ 770 h 890"/>
                <a:gd name="T110" fmla="*/ 785 w 1018"/>
                <a:gd name="T111" fmla="*/ 664 h 890"/>
                <a:gd name="T112" fmla="*/ 791 w 1018"/>
                <a:gd name="T113" fmla="*/ 525 h 890"/>
                <a:gd name="T114" fmla="*/ 941 w 1018"/>
                <a:gd name="T115" fmla="*/ 538 h 890"/>
                <a:gd name="T116" fmla="*/ 884 w 1018"/>
                <a:gd name="T117" fmla="*/ 65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18" h="890">
                  <a:moveTo>
                    <a:pt x="510" y="0"/>
                  </a:moveTo>
                  <a:lnTo>
                    <a:pt x="510" y="0"/>
                  </a:lnTo>
                  <a:lnTo>
                    <a:pt x="483" y="1"/>
                  </a:lnTo>
                  <a:lnTo>
                    <a:pt x="457" y="2"/>
                  </a:lnTo>
                  <a:lnTo>
                    <a:pt x="433" y="5"/>
                  </a:lnTo>
                  <a:lnTo>
                    <a:pt x="407" y="8"/>
                  </a:lnTo>
                  <a:lnTo>
                    <a:pt x="382" y="14"/>
                  </a:lnTo>
                  <a:lnTo>
                    <a:pt x="359" y="20"/>
                  </a:lnTo>
                  <a:lnTo>
                    <a:pt x="335" y="27"/>
                  </a:lnTo>
                  <a:lnTo>
                    <a:pt x="311" y="35"/>
                  </a:lnTo>
                  <a:lnTo>
                    <a:pt x="289" y="44"/>
                  </a:lnTo>
                  <a:lnTo>
                    <a:pt x="267" y="54"/>
                  </a:lnTo>
                  <a:lnTo>
                    <a:pt x="246" y="64"/>
                  </a:lnTo>
                  <a:lnTo>
                    <a:pt x="225" y="76"/>
                  </a:lnTo>
                  <a:lnTo>
                    <a:pt x="205" y="89"/>
                  </a:lnTo>
                  <a:lnTo>
                    <a:pt x="186" y="102"/>
                  </a:lnTo>
                  <a:lnTo>
                    <a:pt x="168" y="116"/>
                  </a:lnTo>
                  <a:lnTo>
                    <a:pt x="150" y="131"/>
                  </a:lnTo>
                  <a:lnTo>
                    <a:pt x="133" y="146"/>
                  </a:lnTo>
                  <a:lnTo>
                    <a:pt x="117" y="162"/>
                  </a:lnTo>
                  <a:lnTo>
                    <a:pt x="102" y="179"/>
                  </a:lnTo>
                  <a:lnTo>
                    <a:pt x="88" y="196"/>
                  </a:lnTo>
                  <a:lnTo>
                    <a:pt x="74" y="214"/>
                  </a:lnTo>
                  <a:lnTo>
                    <a:pt x="62" y="233"/>
                  </a:lnTo>
                  <a:lnTo>
                    <a:pt x="51" y="252"/>
                  </a:lnTo>
                  <a:lnTo>
                    <a:pt x="41" y="272"/>
                  </a:lnTo>
                  <a:lnTo>
                    <a:pt x="31" y="292"/>
                  </a:lnTo>
                  <a:lnTo>
                    <a:pt x="24" y="313"/>
                  </a:lnTo>
                  <a:lnTo>
                    <a:pt x="16" y="334"/>
                  </a:lnTo>
                  <a:lnTo>
                    <a:pt x="11" y="355"/>
                  </a:lnTo>
                  <a:lnTo>
                    <a:pt x="7" y="378"/>
                  </a:lnTo>
                  <a:lnTo>
                    <a:pt x="3" y="400"/>
                  </a:lnTo>
                  <a:lnTo>
                    <a:pt x="1" y="423"/>
                  </a:lnTo>
                  <a:lnTo>
                    <a:pt x="0" y="445"/>
                  </a:lnTo>
                  <a:lnTo>
                    <a:pt x="0" y="445"/>
                  </a:lnTo>
                  <a:lnTo>
                    <a:pt x="1" y="468"/>
                  </a:lnTo>
                  <a:lnTo>
                    <a:pt x="3" y="490"/>
                  </a:lnTo>
                  <a:lnTo>
                    <a:pt x="7" y="513"/>
                  </a:lnTo>
                  <a:lnTo>
                    <a:pt x="11" y="535"/>
                  </a:lnTo>
                  <a:lnTo>
                    <a:pt x="16" y="557"/>
                  </a:lnTo>
                  <a:lnTo>
                    <a:pt x="24" y="577"/>
                  </a:lnTo>
                  <a:lnTo>
                    <a:pt x="31" y="599"/>
                  </a:lnTo>
                  <a:lnTo>
                    <a:pt x="41" y="618"/>
                  </a:lnTo>
                  <a:lnTo>
                    <a:pt x="51" y="638"/>
                  </a:lnTo>
                  <a:lnTo>
                    <a:pt x="62" y="658"/>
                  </a:lnTo>
                  <a:lnTo>
                    <a:pt x="74" y="676"/>
                  </a:lnTo>
                  <a:lnTo>
                    <a:pt x="88" y="694"/>
                  </a:lnTo>
                  <a:lnTo>
                    <a:pt x="102" y="711"/>
                  </a:lnTo>
                  <a:lnTo>
                    <a:pt x="117" y="728"/>
                  </a:lnTo>
                  <a:lnTo>
                    <a:pt x="133" y="744"/>
                  </a:lnTo>
                  <a:lnTo>
                    <a:pt x="150" y="760"/>
                  </a:lnTo>
                  <a:lnTo>
                    <a:pt x="168" y="775"/>
                  </a:lnTo>
                  <a:lnTo>
                    <a:pt x="186" y="788"/>
                  </a:lnTo>
                  <a:lnTo>
                    <a:pt x="205" y="801"/>
                  </a:lnTo>
                  <a:lnTo>
                    <a:pt x="225" y="814"/>
                  </a:lnTo>
                  <a:lnTo>
                    <a:pt x="246" y="826"/>
                  </a:lnTo>
                  <a:lnTo>
                    <a:pt x="267" y="837"/>
                  </a:lnTo>
                  <a:lnTo>
                    <a:pt x="289" y="846"/>
                  </a:lnTo>
                  <a:lnTo>
                    <a:pt x="311" y="855"/>
                  </a:lnTo>
                  <a:lnTo>
                    <a:pt x="335" y="864"/>
                  </a:lnTo>
                  <a:lnTo>
                    <a:pt x="359" y="870"/>
                  </a:lnTo>
                  <a:lnTo>
                    <a:pt x="382" y="876"/>
                  </a:lnTo>
                  <a:lnTo>
                    <a:pt x="407" y="882"/>
                  </a:lnTo>
                  <a:lnTo>
                    <a:pt x="433" y="885"/>
                  </a:lnTo>
                  <a:lnTo>
                    <a:pt x="457" y="888"/>
                  </a:lnTo>
                  <a:lnTo>
                    <a:pt x="483" y="889"/>
                  </a:lnTo>
                  <a:lnTo>
                    <a:pt x="510" y="890"/>
                  </a:lnTo>
                  <a:lnTo>
                    <a:pt x="510" y="890"/>
                  </a:lnTo>
                  <a:lnTo>
                    <a:pt x="536" y="889"/>
                  </a:lnTo>
                  <a:lnTo>
                    <a:pt x="561" y="888"/>
                  </a:lnTo>
                  <a:lnTo>
                    <a:pt x="587" y="885"/>
                  </a:lnTo>
                  <a:lnTo>
                    <a:pt x="612" y="882"/>
                  </a:lnTo>
                  <a:lnTo>
                    <a:pt x="636" y="876"/>
                  </a:lnTo>
                  <a:lnTo>
                    <a:pt x="661" y="870"/>
                  </a:lnTo>
                  <a:lnTo>
                    <a:pt x="685" y="864"/>
                  </a:lnTo>
                  <a:lnTo>
                    <a:pt x="707" y="855"/>
                  </a:lnTo>
                  <a:lnTo>
                    <a:pt x="730" y="846"/>
                  </a:lnTo>
                  <a:lnTo>
                    <a:pt x="752" y="837"/>
                  </a:lnTo>
                  <a:lnTo>
                    <a:pt x="773" y="826"/>
                  </a:lnTo>
                  <a:lnTo>
                    <a:pt x="794" y="814"/>
                  </a:lnTo>
                  <a:lnTo>
                    <a:pt x="813" y="801"/>
                  </a:lnTo>
                  <a:lnTo>
                    <a:pt x="833" y="788"/>
                  </a:lnTo>
                  <a:lnTo>
                    <a:pt x="851" y="775"/>
                  </a:lnTo>
                  <a:lnTo>
                    <a:pt x="869" y="760"/>
                  </a:lnTo>
                  <a:lnTo>
                    <a:pt x="886" y="744"/>
                  </a:lnTo>
                  <a:lnTo>
                    <a:pt x="903" y="728"/>
                  </a:lnTo>
                  <a:lnTo>
                    <a:pt x="918" y="711"/>
                  </a:lnTo>
                  <a:lnTo>
                    <a:pt x="931" y="694"/>
                  </a:lnTo>
                  <a:lnTo>
                    <a:pt x="944" y="676"/>
                  </a:lnTo>
                  <a:lnTo>
                    <a:pt x="957" y="658"/>
                  </a:lnTo>
                  <a:lnTo>
                    <a:pt x="968" y="638"/>
                  </a:lnTo>
                  <a:lnTo>
                    <a:pt x="979" y="618"/>
                  </a:lnTo>
                  <a:lnTo>
                    <a:pt x="987" y="599"/>
                  </a:lnTo>
                  <a:lnTo>
                    <a:pt x="996" y="577"/>
                  </a:lnTo>
                  <a:lnTo>
                    <a:pt x="1002" y="557"/>
                  </a:lnTo>
                  <a:lnTo>
                    <a:pt x="1008" y="535"/>
                  </a:lnTo>
                  <a:lnTo>
                    <a:pt x="1013" y="513"/>
                  </a:lnTo>
                  <a:lnTo>
                    <a:pt x="1016" y="490"/>
                  </a:lnTo>
                  <a:lnTo>
                    <a:pt x="1017" y="468"/>
                  </a:lnTo>
                  <a:lnTo>
                    <a:pt x="1018" y="445"/>
                  </a:lnTo>
                  <a:lnTo>
                    <a:pt x="1018" y="445"/>
                  </a:lnTo>
                  <a:lnTo>
                    <a:pt x="1017" y="423"/>
                  </a:lnTo>
                  <a:lnTo>
                    <a:pt x="1016" y="400"/>
                  </a:lnTo>
                  <a:lnTo>
                    <a:pt x="1013" y="378"/>
                  </a:lnTo>
                  <a:lnTo>
                    <a:pt x="1008" y="355"/>
                  </a:lnTo>
                  <a:lnTo>
                    <a:pt x="1002" y="334"/>
                  </a:lnTo>
                  <a:lnTo>
                    <a:pt x="996" y="313"/>
                  </a:lnTo>
                  <a:lnTo>
                    <a:pt x="987" y="292"/>
                  </a:lnTo>
                  <a:lnTo>
                    <a:pt x="979" y="272"/>
                  </a:lnTo>
                  <a:lnTo>
                    <a:pt x="968" y="252"/>
                  </a:lnTo>
                  <a:lnTo>
                    <a:pt x="957" y="233"/>
                  </a:lnTo>
                  <a:lnTo>
                    <a:pt x="944" y="214"/>
                  </a:lnTo>
                  <a:lnTo>
                    <a:pt x="931" y="196"/>
                  </a:lnTo>
                  <a:lnTo>
                    <a:pt x="918" y="179"/>
                  </a:lnTo>
                  <a:lnTo>
                    <a:pt x="903" y="162"/>
                  </a:lnTo>
                  <a:lnTo>
                    <a:pt x="886" y="146"/>
                  </a:lnTo>
                  <a:lnTo>
                    <a:pt x="869" y="131"/>
                  </a:lnTo>
                  <a:lnTo>
                    <a:pt x="851" y="116"/>
                  </a:lnTo>
                  <a:lnTo>
                    <a:pt x="833" y="102"/>
                  </a:lnTo>
                  <a:lnTo>
                    <a:pt x="813" y="89"/>
                  </a:lnTo>
                  <a:lnTo>
                    <a:pt x="794" y="76"/>
                  </a:lnTo>
                  <a:lnTo>
                    <a:pt x="773" y="64"/>
                  </a:lnTo>
                  <a:lnTo>
                    <a:pt x="752" y="54"/>
                  </a:lnTo>
                  <a:lnTo>
                    <a:pt x="730" y="44"/>
                  </a:lnTo>
                  <a:lnTo>
                    <a:pt x="707" y="35"/>
                  </a:lnTo>
                  <a:lnTo>
                    <a:pt x="685" y="27"/>
                  </a:lnTo>
                  <a:lnTo>
                    <a:pt x="661" y="20"/>
                  </a:lnTo>
                  <a:lnTo>
                    <a:pt x="636" y="14"/>
                  </a:lnTo>
                  <a:lnTo>
                    <a:pt x="612" y="8"/>
                  </a:lnTo>
                  <a:lnTo>
                    <a:pt x="587" y="5"/>
                  </a:lnTo>
                  <a:lnTo>
                    <a:pt x="561" y="2"/>
                  </a:lnTo>
                  <a:lnTo>
                    <a:pt x="536" y="1"/>
                  </a:lnTo>
                  <a:lnTo>
                    <a:pt x="510" y="0"/>
                  </a:lnTo>
                  <a:lnTo>
                    <a:pt x="510" y="0"/>
                  </a:lnTo>
                  <a:close/>
                  <a:moveTo>
                    <a:pt x="330" y="96"/>
                  </a:moveTo>
                  <a:lnTo>
                    <a:pt x="330" y="96"/>
                  </a:lnTo>
                  <a:lnTo>
                    <a:pt x="317" y="115"/>
                  </a:lnTo>
                  <a:lnTo>
                    <a:pt x="304" y="134"/>
                  </a:lnTo>
                  <a:lnTo>
                    <a:pt x="292" y="154"/>
                  </a:lnTo>
                  <a:lnTo>
                    <a:pt x="280" y="176"/>
                  </a:lnTo>
                  <a:lnTo>
                    <a:pt x="280" y="176"/>
                  </a:lnTo>
                  <a:lnTo>
                    <a:pt x="253" y="163"/>
                  </a:lnTo>
                  <a:lnTo>
                    <a:pt x="230" y="149"/>
                  </a:lnTo>
                  <a:lnTo>
                    <a:pt x="230" y="149"/>
                  </a:lnTo>
                  <a:lnTo>
                    <a:pt x="253" y="134"/>
                  </a:lnTo>
                  <a:lnTo>
                    <a:pt x="278" y="120"/>
                  </a:lnTo>
                  <a:lnTo>
                    <a:pt x="304" y="107"/>
                  </a:lnTo>
                  <a:lnTo>
                    <a:pt x="330" y="96"/>
                  </a:lnTo>
                  <a:lnTo>
                    <a:pt x="330" y="96"/>
                  </a:lnTo>
                  <a:close/>
                  <a:moveTo>
                    <a:pt x="177" y="192"/>
                  </a:moveTo>
                  <a:lnTo>
                    <a:pt x="177" y="192"/>
                  </a:lnTo>
                  <a:lnTo>
                    <a:pt x="195" y="204"/>
                  </a:lnTo>
                  <a:lnTo>
                    <a:pt x="215" y="216"/>
                  </a:lnTo>
                  <a:lnTo>
                    <a:pt x="235" y="226"/>
                  </a:lnTo>
                  <a:lnTo>
                    <a:pt x="256" y="236"/>
                  </a:lnTo>
                  <a:lnTo>
                    <a:pt x="256" y="236"/>
                  </a:lnTo>
                  <a:lnTo>
                    <a:pt x="249" y="256"/>
                  </a:lnTo>
                  <a:lnTo>
                    <a:pt x="244" y="278"/>
                  </a:lnTo>
                  <a:lnTo>
                    <a:pt x="238" y="299"/>
                  </a:lnTo>
                  <a:lnTo>
                    <a:pt x="234" y="321"/>
                  </a:lnTo>
                  <a:lnTo>
                    <a:pt x="231" y="343"/>
                  </a:lnTo>
                  <a:lnTo>
                    <a:pt x="228" y="366"/>
                  </a:lnTo>
                  <a:lnTo>
                    <a:pt x="225" y="389"/>
                  </a:lnTo>
                  <a:lnTo>
                    <a:pt x="224" y="413"/>
                  </a:lnTo>
                  <a:lnTo>
                    <a:pt x="66" y="413"/>
                  </a:lnTo>
                  <a:lnTo>
                    <a:pt x="66" y="413"/>
                  </a:lnTo>
                  <a:lnTo>
                    <a:pt x="68" y="398"/>
                  </a:lnTo>
                  <a:lnTo>
                    <a:pt x="71" y="382"/>
                  </a:lnTo>
                  <a:lnTo>
                    <a:pt x="74" y="367"/>
                  </a:lnTo>
                  <a:lnTo>
                    <a:pt x="78" y="352"/>
                  </a:lnTo>
                  <a:lnTo>
                    <a:pt x="83" y="337"/>
                  </a:lnTo>
                  <a:lnTo>
                    <a:pt x="88" y="322"/>
                  </a:lnTo>
                  <a:lnTo>
                    <a:pt x="95" y="308"/>
                  </a:lnTo>
                  <a:lnTo>
                    <a:pt x="101" y="294"/>
                  </a:lnTo>
                  <a:lnTo>
                    <a:pt x="109" y="280"/>
                  </a:lnTo>
                  <a:lnTo>
                    <a:pt x="117" y="266"/>
                  </a:lnTo>
                  <a:lnTo>
                    <a:pt x="126" y="253"/>
                  </a:lnTo>
                  <a:lnTo>
                    <a:pt x="134" y="240"/>
                  </a:lnTo>
                  <a:lnTo>
                    <a:pt x="145" y="227"/>
                  </a:lnTo>
                  <a:lnTo>
                    <a:pt x="155" y="216"/>
                  </a:lnTo>
                  <a:lnTo>
                    <a:pt x="177" y="192"/>
                  </a:lnTo>
                  <a:lnTo>
                    <a:pt x="177" y="192"/>
                  </a:lnTo>
                  <a:close/>
                  <a:moveTo>
                    <a:pt x="66" y="477"/>
                  </a:moveTo>
                  <a:lnTo>
                    <a:pt x="224" y="477"/>
                  </a:lnTo>
                  <a:lnTo>
                    <a:pt x="224" y="477"/>
                  </a:lnTo>
                  <a:lnTo>
                    <a:pt x="225" y="501"/>
                  </a:lnTo>
                  <a:lnTo>
                    <a:pt x="228" y="525"/>
                  </a:lnTo>
                  <a:lnTo>
                    <a:pt x="231" y="547"/>
                  </a:lnTo>
                  <a:lnTo>
                    <a:pt x="234" y="570"/>
                  </a:lnTo>
                  <a:lnTo>
                    <a:pt x="238" y="591"/>
                  </a:lnTo>
                  <a:lnTo>
                    <a:pt x="244" y="613"/>
                  </a:lnTo>
                  <a:lnTo>
                    <a:pt x="249" y="634"/>
                  </a:lnTo>
                  <a:lnTo>
                    <a:pt x="256" y="654"/>
                  </a:lnTo>
                  <a:lnTo>
                    <a:pt x="256" y="654"/>
                  </a:lnTo>
                  <a:lnTo>
                    <a:pt x="235" y="664"/>
                  </a:lnTo>
                  <a:lnTo>
                    <a:pt x="215" y="675"/>
                  </a:lnTo>
                  <a:lnTo>
                    <a:pt x="195" y="687"/>
                  </a:lnTo>
                  <a:lnTo>
                    <a:pt x="177" y="698"/>
                  </a:lnTo>
                  <a:lnTo>
                    <a:pt x="177" y="698"/>
                  </a:lnTo>
                  <a:lnTo>
                    <a:pt x="155" y="675"/>
                  </a:lnTo>
                  <a:lnTo>
                    <a:pt x="145" y="663"/>
                  </a:lnTo>
                  <a:lnTo>
                    <a:pt x="135" y="650"/>
                  </a:lnTo>
                  <a:lnTo>
                    <a:pt x="126" y="637"/>
                  </a:lnTo>
                  <a:lnTo>
                    <a:pt x="117" y="624"/>
                  </a:lnTo>
                  <a:lnTo>
                    <a:pt x="109" y="610"/>
                  </a:lnTo>
                  <a:lnTo>
                    <a:pt x="101" y="597"/>
                  </a:lnTo>
                  <a:lnTo>
                    <a:pt x="95" y="582"/>
                  </a:lnTo>
                  <a:lnTo>
                    <a:pt x="88" y="569"/>
                  </a:lnTo>
                  <a:lnTo>
                    <a:pt x="83" y="554"/>
                  </a:lnTo>
                  <a:lnTo>
                    <a:pt x="78" y="538"/>
                  </a:lnTo>
                  <a:lnTo>
                    <a:pt x="74" y="523"/>
                  </a:lnTo>
                  <a:lnTo>
                    <a:pt x="71" y="508"/>
                  </a:lnTo>
                  <a:lnTo>
                    <a:pt x="68" y="492"/>
                  </a:lnTo>
                  <a:lnTo>
                    <a:pt x="66" y="477"/>
                  </a:lnTo>
                  <a:lnTo>
                    <a:pt x="66" y="477"/>
                  </a:lnTo>
                  <a:close/>
                  <a:moveTo>
                    <a:pt x="230" y="741"/>
                  </a:moveTo>
                  <a:lnTo>
                    <a:pt x="230" y="741"/>
                  </a:lnTo>
                  <a:lnTo>
                    <a:pt x="253" y="727"/>
                  </a:lnTo>
                  <a:lnTo>
                    <a:pt x="280" y="714"/>
                  </a:lnTo>
                  <a:lnTo>
                    <a:pt x="280" y="714"/>
                  </a:lnTo>
                  <a:lnTo>
                    <a:pt x="292" y="736"/>
                  </a:lnTo>
                  <a:lnTo>
                    <a:pt x="304" y="756"/>
                  </a:lnTo>
                  <a:lnTo>
                    <a:pt x="317" y="776"/>
                  </a:lnTo>
                  <a:lnTo>
                    <a:pt x="330" y="794"/>
                  </a:lnTo>
                  <a:lnTo>
                    <a:pt x="330" y="794"/>
                  </a:lnTo>
                  <a:lnTo>
                    <a:pt x="304" y="783"/>
                  </a:lnTo>
                  <a:lnTo>
                    <a:pt x="278" y="770"/>
                  </a:lnTo>
                  <a:lnTo>
                    <a:pt x="253" y="756"/>
                  </a:lnTo>
                  <a:lnTo>
                    <a:pt x="230" y="741"/>
                  </a:lnTo>
                  <a:lnTo>
                    <a:pt x="230" y="741"/>
                  </a:lnTo>
                  <a:close/>
                  <a:moveTo>
                    <a:pt x="478" y="822"/>
                  </a:moveTo>
                  <a:lnTo>
                    <a:pt x="478" y="822"/>
                  </a:lnTo>
                  <a:lnTo>
                    <a:pt x="468" y="820"/>
                  </a:lnTo>
                  <a:lnTo>
                    <a:pt x="458" y="815"/>
                  </a:lnTo>
                  <a:lnTo>
                    <a:pt x="449" y="811"/>
                  </a:lnTo>
                  <a:lnTo>
                    <a:pt x="439" y="806"/>
                  </a:lnTo>
                  <a:lnTo>
                    <a:pt x="429" y="799"/>
                  </a:lnTo>
                  <a:lnTo>
                    <a:pt x="420" y="793"/>
                  </a:lnTo>
                  <a:lnTo>
                    <a:pt x="403" y="778"/>
                  </a:lnTo>
                  <a:lnTo>
                    <a:pt x="385" y="760"/>
                  </a:lnTo>
                  <a:lnTo>
                    <a:pt x="369" y="739"/>
                  </a:lnTo>
                  <a:lnTo>
                    <a:pt x="355" y="717"/>
                  </a:lnTo>
                  <a:lnTo>
                    <a:pt x="341" y="692"/>
                  </a:lnTo>
                  <a:lnTo>
                    <a:pt x="341" y="692"/>
                  </a:lnTo>
                  <a:lnTo>
                    <a:pt x="374" y="683"/>
                  </a:lnTo>
                  <a:lnTo>
                    <a:pt x="407" y="677"/>
                  </a:lnTo>
                  <a:lnTo>
                    <a:pt x="442" y="672"/>
                  </a:lnTo>
                  <a:lnTo>
                    <a:pt x="478" y="669"/>
                  </a:lnTo>
                  <a:lnTo>
                    <a:pt x="478" y="822"/>
                  </a:lnTo>
                  <a:close/>
                  <a:moveTo>
                    <a:pt x="478" y="605"/>
                  </a:moveTo>
                  <a:lnTo>
                    <a:pt x="478" y="605"/>
                  </a:lnTo>
                  <a:lnTo>
                    <a:pt x="435" y="608"/>
                  </a:lnTo>
                  <a:lnTo>
                    <a:pt x="394" y="614"/>
                  </a:lnTo>
                  <a:lnTo>
                    <a:pt x="374" y="618"/>
                  </a:lnTo>
                  <a:lnTo>
                    <a:pt x="354" y="622"/>
                  </a:lnTo>
                  <a:lnTo>
                    <a:pt x="335" y="626"/>
                  </a:lnTo>
                  <a:lnTo>
                    <a:pt x="317" y="632"/>
                  </a:lnTo>
                  <a:lnTo>
                    <a:pt x="317" y="632"/>
                  </a:lnTo>
                  <a:lnTo>
                    <a:pt x="311" y="615"/>
                  </a:lnTo>
                  <a:lnTo>
                    <a:pt x="306" y="595"/>
                  </a:lnTo>
                  <a:lnTo>
                    <a:pt x="302" y="577"/>
                  </a:lnTo>
                  <a:lnTo>
                    <a:pt x="297" y="558"/>
                  </a:lnTo>
                  <a:lnTo>
                    <a:pt x="294" y="538"/>
                  </a:lnTo>
                  <a:lnTo>
                    <a:pt x="291" y="518"/>
                  </a:lnTo>
                  <a:lnTo>
                    <a:pt x="289" y="498"/>
                  </a:lnTo>
                  <a:lnTo>
                    <a:pt x="288" y="477"/>
                  </a:lnTo>
                  <a:lnTo>
                    <a:pt x="478" y="477"/>
                  </a:lnTo>
                  <a:lnTo>
                    <a:pt x="478" y="605"/>
                  </a:lnTo>
                  <a:close/>
                  <a:moveTo>
                    <a:pt x="478" y="413"/>
                  </a:moveTo>
                  <a:lnTo>
                    <a:pt x="288" y="413"/>
                  </a:lnTo>
                  <a:lnTo>
                    <a:pt x="288" y="413"/>
                  </a:lnTo>
                  <a:lnTo>
                    <a:pt x="289" y="393"/>
                  </a:lnTo>
                  <a:lnTo>
                    <a:pt x="291" y="372"/>
                  </a:lnTo>
                  <a:lnTo>
                    <a:pt x="294" y="352"/>
                  </a:lnTo>
                  <a:lnTo>
                    <a:pt x="297" y="332"/>
                  </a:lnTo>
                  <a:lnTo>
                    <a:pt x="302" y="313"/>
                  </a:lnTo>
                  <a:lnTo>
                    <a:pt x="306" y="295"/>
                  </a:lnTo>
                  <a:lnTo>
                    <a:pt x="311" y="276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5" y="264"/>
                  </a:lnTo>
                  <a:lnTo>
                    <a:pt x="354" y="268"/>
                  </a:lnTo>
                  <a:lnTo>
                    <a:pt x="394" y="277"/>
                  </a:lnTo>
                  <a:lnTo>
                    <a:pt x="435" y="282"/>
                  </a:lnTo>
                  <a:lnTo>
                    <a:pt x="478" y="285"/>
                  </a:lnTo>
                  <a:lnTo>
                    <a:pt x="478" y="413"/>
                  </a:lnTo>
                  <a:close/>
                  <a:moveTo>
                    <a:pt x="478" y="221"/>
                  </a:moveTo>
                  <a:lnTo>
                    <a:pt x="478" y="221"/>
                  </a:lnTo>
                  <a:lnTo>
                    <a:pt x="442" y="219"/>
                  </a:lnTo>
                  <a:lnTo>
                    <a:pt x="407" y="213"/>
                  </a:lnTo>
                  <a:lnTo>
                    <a:pt x="374" y="207"/>
                  </a:lnTo>
                  <a:lnTo>
                    <a:pt x="341" y="198"/>
                  </a:lnTo>
                  <a:lnTo>
                    <a:pt x="341" y="198"/>
                  </a:lnTo>
                  <a:lnTo>
                    <a:pt x="355" y="174"/>
                  </a:lnTo>
                  <a:lnTo>
                    <a:pt x="369" y="151"/>
                  </a:lnTo>
                  <a:lnTo>
                    <a:pt x="385" y="131"/>
                  </a:lnTo>
                  <a:lnTo>
                    <a:pt x="403" y="113"/>
                  </a:lnTo>
                  <a:lnTo>
                    <a:pt x="420" y="98"/>
                  </a:lnTo>
                  <a:lnTo>
                    <a:pt x="429" y="91"/>
                  </a:lnTo>
                  <a:lnTo>
                    <a:pt x="439" y="85"/>
                  </a:lnTo>
                  <a:lnTo>
                    <a:pt x="449" y="79"/>
                  </a:lnTo>
                  <a:lnTo>
                    <a:pt x="458" y="75"/>
                  </a:lnTo>
                  <a:lnTo>
                    <a:pt x="468" y="71"/>
                  </a:lnTo>
                  <a:lnTo>
                    <a:pt x="478" y="69"/>
                  </a:lnTo>
                  <a:lnTo>
                    <a:pt x="478" y="221"/>
                  </a:lnTo>
                  <a:close/>
                  <a:moveTo>
                    <a:pt x="953" y="413"/>
                  </a:moveTo>
                  <a:lnTo>
                    <a:pt x="795" y="413"/>
                  </a:lnTo>
                  <a:lnTo>
                    <a:pt x="795" y="413"/>
                  </a:lnTo>
                  <a:lnTo>
                    <a:pt x="793" y="389"/>
                  </a:lnTo>
                  <a:lnTo>
                    <a:pt x="791" y="366"/>
                  </a:lnTo>
                  <a:lnTo>
                    <a:pt x="789" y="343"/>
                  </a:lnTo>
                  <a:lnTo>
                    <a:pt x="785" y="321"/>
                  </a:lnTo>
                  <a:lnTo>
                    <a:pt x="780" y="298"/>
                  </a:lnTo>
                  <a:lnTo>
                    <a:pt x="775" y="278"/>
                  </a:lnTo>
                  <a:lnTo>
                    <a:pt x="769" y="256"/>
                  </a:lnTo>
                  <a:lnTo>
                    <a:pt x="763" y="236"/>
                  </a:lnTo>
                  <a:lnTo>
                    <a:pt x="763" y="236"/>
                  </a:lnTo>
                  <a:lnTo>
                    <a:pt x="785" y="226"/>
                  </a:lnTo>
                  <a:lnTo>
                    <a:pt x="805" y="216"/>
                  </a:lnTo>
                  <a:lnTo>
                    <a:pt x="823" y="204"/>
                  </a:lnTo>
                  <a:lnTo>
                    <a:pt x="841" y="192"/>
                  </a:lnTo>
                  <a:lnTo>
                    <a:pt x="841" y="192"/>
                  </a:lnTo>
                  <a:lnTo>
                    <a:pt x="864" y="214"/>
                  </a:lnTo>
                  <a:lnTo>
                    <a:pt x="875" y="227"/>
                  </a:lnTo>
                  <a:lnTo>
                    <a:pt x="884" y="240"/>
                  </a:lnTo>
                  <a:lnTo>
                    <a:pt x="893" y="253"/>
                  </a:lnTo>
                  <a:lnTo>
                    <a:pt x="903" y="266"/>
                  </a:lnTo>
                  <a:lnTo>
                    <a:pt x="910" y="280"/>
                  </a:lnTo>
                  <a:lnTo>
                    <a:pt x="918" y="293"/>
                  </a:lnTo>
                  <a:lnTo>
                    <a:pt x="924" y="308"/>
                  </a:lnTo>
                  <a:lnTo>
                    <a:pt x="930" y="322"/>
                  </a:lnTo>
                  <a:lnTo>
                    <a:pt x="936" y="337"/>
                  </a:lnTo>
                  <a:lnTo>
                    <a:pt x="941" y="352"/>
                  </a:lnTo>
                  <a:lnTo>
                    <a:pt x="945" y="367"/>
                  </a:lnTo>
                  <a:lnTo>
                    <a:pt x="949" y="382"/>
                  </a:lnTo>
                  <a:lnTo>
                    <a:pt x="951" y="398"/>
                  </a:lnTo>
                  <a:lnTo>
                    <a:pt x="953" y="413"/>
                  </a:lnTo>
                  <a:lnTo>
                    <a:pt x="953" y="413"/>
                  </a:lnTo>
                  <a:close/>
                  <a:moveTo>
                    <a:pt x="790" y="149"/>
                  </a:moveTo>
                  <a:lnTo>
                    <a:pt x="790" y="149"/>
                  </a:lnTo>
                  <a:lnTo>
                    <a:pt x="765" y="163"/>
                  </a:lnTo>
                  <a:lnTo>
                    <a:pt x="738" y="176"/>
                  </a:lnTo>
                  <a:lnTo>
                    <a:pt x="738" y="176"/>
                  </a:lnTo>
                  <a:lnTo>
                    <a:pt x="728" y="154"/>
                  </a:lnTo>
                  <a:lnTo>
                    <a:pt x="716" y="134"/>
                  </a:lnTo>
                  <a:lnTo>
                    <a:pt x="703" y="115"/>
                  </a:lnTo>
                  <a:lnTo>
                    <a:pt x="689" y="96"/>
                  </a:lnTo>
                  <a:lnTo>
                    <a:pt x="689" y="96"/>
                  </a:lnTo>
                  <a:lnTo>
                    <a:pt x="716" y="107"/>
                  </a:lnTo>
                  <a:lnTo>
                    <a:pt x="742" y="120"/>
                  </a:lnTo>
                  <a:lnTo>
                    <a:pt x="766" y="134"/>
                  </a:lnTo>
                  <a:lnTo>
                    <a:pt x="790" y="149"/>
                  </a:lnTo>
                  <a:lnTo>
                    <a:pt x="790" y="149"/>
                  </a:lnTo>
                  <a:close/>
                  <a:moveTo>
                    <a:pt x="541" y="69"/>
                  </a:moveTo>
                  <a:lnTo>
                    <a:pt x="541" y="69"/>
                  </a:lnTo>
                  <a:lnTo>
                    <a:pt x="552" y="71"/>
                  </a:lnTo>
                  <a:lnTo>
                    <a:pt x="561" y="75"/>
                  </a:lnTo>
                  <a:lnTo>
                    <a:pt x="571" y="79"/>
                  </a:lnTo>
                  <a:lnTo>
                    <a:pt x="581" y="85"/>
                  </a:lnTo>
                  <a:lnTo>
                    <a:pt x="590" y="91"/>
                  </a:lnTo>
                  <a:lnTo>
                    <a:pt x="599" y="98"/>
                  </a:lnTo>
                  <a:lnTo>
                    <a:pt x="617" y="113"/>
                  </a:lnTo>
                  <a:lnTo>
                    <a:pt x="633" y="131"/>
                  </a:lnTo>
                  <a:lnTo>
                    <a:pt x="649" y="151"/>
                  </a:lnTo>
                  <a:lnTo>
                    <a:pt x="664" y="174"/>
                  </a:lnTo>
                  <a:lnTo>
                    <a:pt x="677" y="198"/>
                  </a:lnTo>
                  <a:lnTo>
                    <a:pt x="677" y="198"/>
                  </a:lnTo>
                  <a:lnTo>
                    <a:pt x="645" y="207"/>
                  </a:lnTo>
                  <a:lnTo>
                    <a:pt x="612" y="213"/>
                  </a:lnTo>
                  <a:lnTo>
                    <a:pt x="577" y="219"/>
                  </a:lnTo>
                  <a:lnTo>
                    <a:pt x="541" y="221"/>
                  </a:lnTo>
                  <a:lnTo>
                    <a:pt x="541" y="69"/>
                  </a:lnTo>
                  <a:close/>
                  <a:moveTo>
                    <a:pt x="541" y="285"/>
                  </a:moveTo>
                  <a:lnTo>
                    <a:pt x="541" y="285"/>
                  </a:lnTo>
                  <a:lnTo>
                    <a:pt x="584" y="282"/>
                  </a:lnTo>
                  <a:lnTo>
                    <a:pt x="625" y="277"/>
                  </a:lnTo>
                  <a:lnTo>
                    <a:pt x="664" y="268"/>
                  </a:lnTo>
                  <a:lnTo>
                    <a:pt x="684" y="264"/>
                  </a:lnTo>
                  <a:lnTo>
                    <a:pt x="703" y="258"/>
                  </a:lnTo>
                  <a:lnTo>
                    <a:pt x="703" y="258"/>
                  </a:lnTo>
                  <a:lnTo>
                    <a:pt x="708" y="276"/>
                  </a:lnTo>
                  <a:lnTo>
                    <a:pt x="714" y="295"/>
                  </a:lnTo>
                  <a:lnTo>
                    <a:pt x="718" y="313"/>
                  </a:lnTo>
                  <a:lnTo>
                    <a:pt x="721" y="332"/>
                  </a:lnTo>
                  <a:lnTo>
                    <a:pt x="725" y="352"/>
                  </a:lnTo>
                  <a:lnTo>
                    <a:pt x="728" y="372"/>
                  </a:lnTo>
                  <a:lnTo>
                    <a:pt x="730" y="393"/>
                  </a:lnTo>
                  <a:lnTo>
                    <a:pt x="731" y="413"/>
                  </a:lnTo>
                  <a:lnTo>
                    <a:pt x="541" y="413"/>
                  </a:lnTo>
                  <a:lnTo>
                    <a:pt x="541" y="285"/>
                  </a:lnTo>
                  <a:close/>
                  <a:moveTo>
                    <a:pt x="541" y="477"/>
                  </a:moveTo>
                  <a:lnTo>
                    <a:pt x="731" y="477"/>
                  </a:lnTo>
                  <a:lnTo>
                    <a:pt x="731" y="477"/>
                  </a:lnTo>
                  <a:lnTo>
                    <a:pt x="730" y="498"/>
                  </a:lnTo>
                  <a:lnTo>
                    <a:pt x="728" y="518"/>
                  </a:lnTo>
                  <a:lnTo>
                    <a:pt x="725" y="538"/>
                  </a:lnTo>
                  <a:lnTo>
                    <a:pt x="721" y="558"/>
                  </a:lnTo>
                  <a:lnTo>
                    <a:pt x="718" y="577"/>
                  </a:lnTo>
                  <a:lnTo>
                    <a:pt x="714" y="596"/>
                  </a:lnTo>
                  <a:lnTo>
                    <a:pt x="708" y="615"/>
                  </a:lnTo>
                  <a:lnTo>
                    <a:pt x="703" y="632"/>
                  </a:lnTo>
                  <a:lnTo>
                    <a:pt x="703" y="632"/>
                  </a:lnTo>
                  <a:lnTo>
                    <a:pt x="684" y="626"/>
                  </a:lnTo>
                  <a:lnTo>
                    <a:pt x="664" y="622"/>
                  </a:lnTo>
                  <a:lnTo>
                    <a:pt x="625" y="614"/>
                  </a:lnTo>
                  <a:lnTo>
                    <a:pt x="584" y="608"/>
                  </a:lnTo>
                  <a:lnTo>
                    <a:pt x="541" y="605"/>
                  </a:lnTo>
                  <a:lnTo>
                    <a:pt x="541" y="477"/>
                  </a:lnTo>
                  <a:close/>
                  <a:moveTo>
                    <a:pt x="541" y="822"/>
                  </a:moveTo>
                  <a:lnTo>
                    <a:pt x="541" y="669"/>
                  </a:lnTo>
                  <a:lnTo>
                    <a:pt x="541" y="669"/>
                  </a:lnTo>
                  <a:lnTo>
                    <a:pt x="577" y="672"/>
                  </a:lnTo>
                  <a:lnTo>
                    <a:pt x="612" y="677"/>
                  </a:lnTo>
                  <a:lnTo>
                    <a:pt x="645" y="683"/>
                  </a:lnTo>
                  <a:lnTo>
                    <a:pt x="678" y="692"/>
                  </a:lnTo>
                  <a:lnTo>
                    <a:pt x="678" y="692"/>
                  </a:lnTo>
                  <a:lnTo>
                    <a:pt x="664" y="717"/>
                  </a:lnTo>
                  <a:lnTo>
                    <a:pt x="649" y="739"/>
                  </a:lnTo>
                  <a:lnTo>
                    <a:pt x="633" y="760"/>
                  </a:lnTo>
                  <a:lnTo>
                    <a:pt x="617" y="778"/>
                  </a:lnTo>
                  <a:lnTo>
                    <a:pt x="599" y="793"/>
                  </a:lnTo>
                  <a:lnTo>
                    <a:pt x="590" y="799"/>
                  </a:lnTo>
                  <a:lnTo>
                    <a:pt x="581" y="806"/>
                  </a:lnTo>
                  <a:lnTo>
                    <a:pt x="571" y="811"/>
                  </a:lnTo>
                  <a:lnTo>
                    <a:pt x="561" y="815"/>
                  </a:lnTo>
                  <a:lnTo>
                    <a:pt x="552" y="820"/>
                  </a:lnTo>
                  <a:lnTo>
                    <a:pt x="541" y="822"/>
                  </a:lnTo>
                  <a:lnTo>
                    <a:pt x="541" y="822"/>
                  </a:lnTo>
                  <a:close/>
                  <a:moveTo>
                    <a:pt x="689" y="794"/>
                  </a:moveTo>
                  <a:lnTo>
                    <a:pt x="689" y="794"/>
                  </a:lnTo>
                  <a:lnTo>
                    <a:pt x="703" y="777"/>
                  </a:lnTo>
                  <a:lnTo>
                    <a:pt x="716" y="756"/>
                  </a:lnTo>
                  <a:lnTo>
                    <a:pt x="728" y="736"/>
                  </a:lnTo>
                  <a:lnTo>
                    <a:pt x="738" y="714"/>
                  </a:lnTo>
                  <a:lnTo>
                    <a:pt x="738" y="714"/>
                  </a:lnTo>
                  <a:lnTo>
                    <a:pt x="765" y="727"/>
                  </a:lnTo>
                  <a:lnTo>
                    <a:pt x="790" y="741"/>
                  </a:lnTo>
                  <a:lnTo>
                    <a:pt x="790" y="741"/>
                  </a:lnTo>
                  <a:lnTo>
                    <a:pt x="766" y="756"/>
                  </a:lnTo>
                  <a:lnTo>
                    <a:pt x="742" y="770"/>
                  </a:lnTo>
                  <a:lnTo>
                    <a:pt x="716" y="783"/>
                  </a:lnTo>
                  <a:lnTo>
                    <a:pt x="689" y="794"/>
                  </a:lnTo>
                  <a:lnTo>
                    <a:pt x="689" y="794"/>
                  </a:lnTo>
                  <a:close/>
                  <a:moveTo>
                    <a:pt x="841" y="698"/>
                  </a:moveTo>
                  <a:lnTo>
                    <a:pt x="841" y="698"/>
                  </a:lnTo>
                  <a:lnTo>
                    <a:pt x="824" y="687"/>
                  </a:lnTo>
                  <a:lnTo>
                    <a:pt x="805" y="675"/>
                  </a:lnTo>
                  <a:lnTo>
                    <a:pt x="785" y="664"/>
                  </a:lnTo>
                  <a:lnTo>
                    <a:pt x="763" y="654"/>
                  </a:lnTo>
                  <a:lnTo>
                    <a:pt x="763" y="654"/>
                  </a:lnTo>
                  <a:lnTo>
                    <a:pt x="769" y="634"/>
                  </a:lnTo>
                  <a:lnTo>
                    <a:pt x="775" y="613"/>
                  </a:lnTo>
                  <a:lnTo>
                    <a:pt x="780" y="591"/>
                  </a:lnTo>
                  <a:lnTo>
                    <a:pt x="785" y="570"/>
                  </a:lnTo>
                  <a:lnTo>
                    <a:pt x="789" y="547"/>
                  </a:lnTo>
                  <a:lnTo>
                    <a:pt x="791" y="525"/>
                  </a:lnTo>
                  <a:lnTo>
                    <a:pt x="793" y="501"/>
                  </a:lnTo>
                  <a:lnTo>
                    <a:pt x="795" y="477"/>
                  </a:lnTo>
                  <a:lnTo>
                    <a:pt x="953" y="477"/>
                  </a:lnTo>
                  <a:lnTo>
                    <a:pt x="953" y="477"/>
                  </a:lnTo>
                  <a:lnTo>
                    <a:pt x="951" y="492"/>
                  </a:lnTo>
                  <a:lnTo>
                    <a:pt x="949" y="508"/>
                  </a:lnTo>
                  <a:lnTo>
                    <a:pt x="945" y="523"/>
                  </a:lnTo>
                  <a:lnTo>
                    <a:pt x="941" y="538"/>
                  </a:lnTo>
                  <a:lnTo>
                    <a:pt x="936" y="554"/>
                  </a:lnTo>
                  <a:lnTo>
                    <a:pt x="930" y="569"/>
                  </a:lnTo>
                  <a:lnTo>
                    <a:pt x="924" y="582"/>
                  </a:lnTo>
                  <a:lnTo>
                    <a:pt x="918" y="596"/>
                  </a:lnTo>
                  <a:lnTo>
                    <a:pt x="910" y="610"/>
                  </a:lnTo>
                  <a:lnTo>
                    <a:pt x="903" y="624"/>
                  </a:lnTo>
                  <a:lnTo>
                    <a:pt x="894" y="637"/>
                  </a:lnTo>
                  <a:lnTo>
                    <a:pt x="884" y="650"/>
                  </a:lnTo>
                  <a:lnTo>
                    <a:pt x="875" y="663"/>
                  </a:lnTo>
                  <a:lnTo>
                    <a:pt x="864" y="675"/>
                  </a:lnTo>
                  <a:lnTo>
                    <a:pt x="841" y="698"/>
                  </a:lnTo>
                  <a:lnTo>
                    <a:pt x="841" y="6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6963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圓角矩形 28">
            <a:extLst>
              <a:ext uri="{FF2B5EF4-FFF2-40B4-BE49-F238E27FC236}">
                <a16:creationId xmlns="" xmlns:a16="http://schemas.microsoft.com/office/drawing/2014/main" id="{B99F7568-BFFC-D6E2-644C-CD43DD986DF3}"/>
              </a:ext>
            </a:extLst>
          </p:cNvPr>
          <p:cNvSpPr/>
          <p:nvPr/>
        </p:nvSpPr>
        <p:spPr>
          <a:xfrm>
            <a:off x="473394" y="487998"/>
            <a:ext cx="185419" cy="5232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標題 1">
            <a:extLst>
              <a:ext uri="{FF2B5EF4-FFF2-40B4-BE49-F238E27FC236}">
                <a16:creationId xmlns="" xmlns:a16="http://schemas.microsoft.com/office/drawing/2014/main" id="{652EDE83-63CC-4B33-B715-3953EADE2100}"/>
              </a:ext>
            </a:extLst>
          </p:cNvPr>
          <p:cNvSpPr txBox="1">
            <a:spLocks/>
          </p:cNvSpPr>
          <p:nvPr/>
        </p:nvSpPr>
        <p:spPr>
          <a:xfrm>
            <a:off x="802249" y="487998"/>
            <a:ext cx="5429250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 b="1" dirty="0"/>
              <a:t>我們的維護流程</a:t>
            </a:r>
            <a:endParaRPr lang="zh-CN" altLang="en-US" sz="2800" b="1" dirty="0"/>
          </a:p>
        </p:txBody>
      </p:sp>
      <p:sp>
        <p:nvSpPr>
          <p:cNvPr id="31" name="圓角矩形 30">
            <a:extLst>
              <a:ext uri="{FF2B5EF4-FFF2-40B4-BE49-F238E27FC236}">
                <a16:creationId xmlns="" xmlns:a16="http://schemas.microsoft.com/office/drawing/2014/main" id="{2359EBEB-C448-ADA2-D6A3-0E47C00E5303}"/>
              </a:ext>
            </a:extLst>
          </p:cNvPr>
          <p:cNvSpPr/>
          <p:nvPr/>
        </p:nvSpPr>
        <p:spPr>
          <a:xfrm>
            <a:off x="238128" y="624840"/>
            <a:ext cx="185419" cy="38637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33"/>
          <p:cNvGrpSpPr/>
          <p:nvPr/>
        </p:nvGrpSpPr>
        <p:grpSpPr>
          <a:xfrm rot="20961457">
            <a:off x="4395992" y="2332922"/>
            <a:ext cx="3259393" cy="3259393"/>
            <a:chOff x="3296992" y="1804833"/>
            <a:chExt cx="2444545" cy="2444545"/>
          </a:xfrm>
        </p:grpSpPr>
        <p:sp>
          <p:nvSpPr>
            <p:cNvPr id="17" name="空心弧 34"/>
            <p:cNvSpPr/>
            <p:nvPr/>
          </p:nvSpPr>
          <p:spPr>
            <a:xfrm>
              <a:off x="3296992" y="1804833"/>
              <a:ext cx="2444545" cy="2444545"/>
            </a:xfrm>
            <a:prstGeom prst="blockArc">
              <a:avLst>
                <a:gd name="adj1" fmla="val 16184436"/>
                <a:gd name="adj2" fmla="val 14875149"/>
                <a:gd name="adj3" fmla="val 5085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 rot="3925429">
              <a:off x="3982752" y="1874284"/>
              <a:ext cx="235111" cy="130268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9" name="椭圆 36"/>
          <p:cNvSpPr/>
          <p:nvPr/>
        </p:nvSpPr>
        <p:spPr>
          <a:xfrm>
            <a:off x="5407660" y="3327536"/>
            <a:ext cx="1248000" cy="124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維護</a:t>
            </a:r>
            <a:endParaRPr lang="en-US" altLang="zh-TW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TW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66476" y="3024914"/>
            <a:ext cx="3254891" cy="603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TW" altLang="en-US" sz="14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結案</a:t>
            </a:r>
            <a:endParaRPr lang="en-US" altLang="zh-CN" sz="14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  <a:p>
            <a:pPr algn="r">
              <a:lnSpc>
                <a:spcPct val="150000"/>
              </a:lnSpc>
              <a:spcAft>
                <a:spcPts val="600"/>
              </a:spcAft>
            </a:pPr>
            <a:endParaRPr lang="en-US" altLang="zh-CN" sz="10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92153" y="4808168"/>
            <a:ext cx="3254891" cy="834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TW" altLang="en-US" sz="14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問題處理及反饋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zh-TW" altLang="en-US" sz="1000" dirty="0">
                <a:solidFill>
                  <a:schemeClr val="accent1"/>
                </a:solidFill>
                <a:latin typeface="+mn-ea"/>
              </a:rPr>
              <a:t>原則上在問題處理完畢後，會先在測試環境讓客戶確認，沒問題後會將正式環境備份後再進行版更</a:t>
            </a:r>
            <a:endParaRPr lang="en-US" altLang="zh-CN" sz="10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244148" y="3024914"/>
            <a:ext cx="3254891" cy="834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14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問題分析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TW" altLang="en-US" sz="1000" dirty="0">
                <a:solidFill>
                  <a:schemeClr val="accent1"/>
                </a:solidFill>
                <a:latin typeface="+mn-ea"/>
              </a:rPr>
              <a:t>評估並提出解決方案給客戶，若為緊急事件將以系統可運行作為首要條件</a:t>
            </a:r>
            <a:endParaRPr lang="en-US" altLang="zh-TW" sz="10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893601" y="4775682"/>
            <a:ext cx="3254891" cy="9110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14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是否為變更需求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TW" altLang="en-US" sz="1000" dirty="0">
                <a:solidFill>
                  <a:schemeClr val="accent1"/>
                </a:solidFill>
                <a:latin typeface="+mn-ea"/>
              </a:rPr>
              <a:t>如為變更需求，則須提交工時及報價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0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669898" y="1380803"/>
            <a:ext cx="3254891" cy="9110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14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客戶提出問題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TW" altLang="en-US" sz="1000" dirty="0">
                <a:solidFill>
                  <a:schemeClr val="accent1"/>
                </a:solidFill>
                <a:latin typeface="+mn-ea"/>
              </a:rPr>
              <a:t>由專案經理擔任統一窗口進行接洽，了解問題及需求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000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25" name="组合 72"/>
          <p:cNvGrpSpPr/>
          <p:nvPr/>
        </p:nvGrpSpPr>
        <p:grpSpPr>
          <a:xfrm>
            <a:off x="5610248" y="2075171"/>
            <a:ext cx="816000" cy="816000"/>
            <a:chOff x="5610248" y="1894695"/>
            <a:chExt cx="816000" cy="816000"/>
          </a:xfrm>
        </p:grpSpPr>
        <p:sp>
          <p:nvSpPr>
            <p:cNvPr id="26" name="椭圆 73"/>
            <p:cNvSpPr/>
            <p:nvPr/>
          </p:nvSpPr>
          <p:spPr>
            <a:xfrm>
              <a:off x="5610248" y="1894695"/>
              <a:ext cx="816000" cy="816000"/>
            </a:xfrm>
            <a:prstGeom prst="ellipse">
              <a:avLst/>
            </a:prstGeom>
            <a:solidFill>
              <a:schemeClr val="accent2"/>
            </a:solidFill>
            <a:ln w="5715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7" name="Freeform 100"/>
            <p:cNvSpPr>
              <a:spLocks noEditPoints="1"/>
            </p:cNvSpPr>
            <p:nvPr/>
          </p:nvSpPr>
          <p:spPr bwMode="auto">
            <a:xfrm>
              <a:off x="5897598" y="2140770"/>
              <a:ext cx="241300" cy="323850"/>
            </a:xfrm>
            <a:custGeom>
              <a:avLst/>
              <a:gdLst>
                <a:gd name="T0" fmla="*/ 582 w 763"/>
                <a:gd name="T1" fmla="*/ 187 h 1018"/>
                <a:gd name="T2" fmla="*/ 572 w 763"/>
                <a:gd name="T3" fmla="*/ 92 h 1018"/>
                <a:gd name="T4" fmla="*/ 561 w 763"/>
                <a:gd name="T5" fmla="*/ 48 h 1018"/>
                <a:gd name="T6" fmla="*/ 527 w 763"/>
                <a:gd name="T7" fmla="*/ 12 h 1018"/>
                <a:gd name="T8" fmla="*/ 87 w 763"/>
                <a:gd name="T9" fmla="*/ 0 h 1018"/>
                <a:gd name="T10" fmla="*/ 45 w 763"/>
                <a:gd name="T11" fmla="*/ 12 h 1018"/>
                <a:gd name="T12" fmla="*/ 10 w 763"/>
                <a:gd name="T13" fmla="*/ 48 h 1018"/>
                <a:gd name="T14" fmla="*/ 0 w 763"/>
                <a:gd name="T15" fmla="*/ 927 h 1018"/>
                <a:gd name="T16" fmla="*/ 10 w 763"/>
                <a:gd name="T17" fmla="*/ 970 h 1018"/>
                <a:gd name="T18" fmla="*/ 45 w 763"/>
                <a:gd name="T19" fmla="*/ 1007 h 1018"/>
                <a:gd name="T20" fmla="*/ 676 w 763"/>
                <a:gd name="T21" fmla="*/ 1018 h 1018"/>
                <a:gd name="T22" fmla="*/ 716 w 763"/>
                <a:gd name="T23" fmla="*/ 1007 h 1018"/>
                <a:gd name="T24" fmla="*/ 752 w 763"/>
                <a:gd name="T25" fmla="*/ 970 h 1018"/>
                <a:gd name="T26" fmla="*/ 763 w 763"/>
                <a:gd name="T27" fmla="*/ 283 h 1018"/>
                <a:gd name="T28" fmla="*/ 752 w 763"/>
                <a:gd name="T29" fmla="*/ 239 h 1018"/>
                <a:gd name="T30" fmla="*/ 716 w 763"/>
                <a:gd name="T31" fmla="*/ 203 h 1018"/>
                <a:gd name="T32" fmla="*/ 676 w 763"/>
                <a:gd name="T33" fmla="*/ 191 h 1018"/>
                <a:gd name="T34" fmla="*/ 692 w 763"/>
                <a:gd name="T35" fmla="*/ 946 h 1018"/>
                <a:gd name="T36" fmla="*/ 87 w 763"/>
                <a:gd name="T37" fmla="*/ 955 h 1018"/>
                <a:gd name="T38" fmla="*/ 65 w 763"/>
                <a:gd name="T39" fmla="*/ 938 h 1018"/>
                <a:gd name="T40" fmla="*/ 65 w 763"/>
                <a:gd name="T41" fmla="*/ 81 h 1018"/>
                <a:gd name="T42" fmla="*/ 87 w 763"/>
                <a:gd name="T43" fmla="*/ 64 h 1018"/>
                <a:gd name="T44" fmla="*/ 501 w 763"/>
                <a:gd name="T45" fmla="*/ 72 h 1018"/>
                <a:gd name="T46" fmla="*/ 508 w 763"/>
                <a:gd name="T47" fmla="*/ 163 h 1018"/>
                <a:gd name="T48" fmla="*/ 523 w 763"/>
                <a:gd name="T49" fmla="*/ 214 h 1018"/>
                <a:gd name="T50" fmla="*/ 562 w 763"/>
                <a:gd name="T51" fmla="*/ 248 h 1018"/>
                <a:gd name="T52" fmla="*/ 676 w 763"/>
                <a:gd name="T53" fmla="*/ 255 h 1018"/>
                <a:gd name="T54" fmla="*/ 697 w 763"/>
                <a:gd name="T55" fmla="*/ 271 h 1018"/>
                <a:gd name="T56" fmla="*/ 413 w 763"/>
                <a:gd name="T57" fmla="*/ 319 h 1018"/>
                <a:gd name="T58" fmla="*/ 442 w 763"/>
                <a:gd name="T59" fmla="*/ 299 h 1018"/>
                <a:gd name="T60" fmla="*/ 440 w 763"/>
                <a:gd name="T61" fmla="*/ 269 h 1018"/>
                <a:gd name="T62" fmla="*/ 158 w 763"/>
                <a:gd name="T63" fmla="*/ 255 h 1018"/>
                <a:gd name="T64" fmla="*/ 132 w 763"/>
                <a:gd name="T65" fmla="*/ 269 h 1018"/>
                <a:gd name="T66" fmla="*/ 130 w 763"/>
                <a:gd name="T67" fmla="*/ 299 h 1018"/>
                <a:gd name="T68" fmla="*/ 158 w 763"/>
                <a:gd name="T69" fmla="*/ 319 h 1018"/>
                <a:gd name="T70" fmla="*/ 146 w 763"/>
                <a:gd name="T71" fmla="*/ 385 h 1018"/>
                <a:gd name="T72" fmla="*/ 126 w 763"/>
                <a:gd name="T73" fmla="*/ 414 h 1018"/>
                <a:gd name="T74" fmla="*/ 140 w 763"/>
                <a:gd name="T75" fmla="*/ 440 h 1018"/>
                <a:gd name="T76" fmla="*/ 610 w 763"/>
                <a:gd name="T77" fmla="*/ 445 h 1018"/>
                <a:gd name="T78" fmla="*/ 635 w 763"/>
                <a:gd name="T79" fmla="*/ 420 h 1018"/>
                <a:gd name="T80" fmla="*/ 626 w 763"/>
                <a:gd name="T81" fmla="*/ 392 h 1018"/>
                <a:gd name="T82" fmla="*/ 604 w 763"/>
                <a:gd name="T83" fmla="*/ 510 h 1018"/>
                <a:gd name="T84" fmla="*/ 136 w 763"/>
                <a:gd name="T85" fmla="*/ 518 h 1018"/>
                <a:gd name="T86" fmla="*/ 127 w 763"/>
                <a:gd name="T87" fmla="*/ 547 h 1018"/>
                <a:gd name="T88" fmla="*/ 152 w 763"/>
                <a:gd name="T89" fmla="*/ 572 h 1018"/>
                <a:gd name="T90" fmla="*/ 621 w 763"/>
                <a:gd name="T91" fmla="*/ 567 h 1018"/>
                <a:gd name="T92" fmla="*/ 636 w 763"/>
                <a:gd name="T93" fmla="*/ 541 h 1018"/>
                <a:gd name="T94" fmla="*/ 616 w 763"/>
                <a:gd name="T95" fmla="*/ 512 h 1018"/>
                <a:gd name="T96" fmla="*/ 158 w 763"/>
                <a:gd name="T97" fmla="*/ 636 h 1018"/>
                <a:gd name="T98" fmla="*/ 130 w 763"/>
                <a:gd name="T99" fmla="*/ 655 h 1018"/>
                <a:gd name="T100" fmla="*/ 132 w 763"/>
                <a:gd name="T101" fmla="*/ 687 h 1018"/>
                <a:gd name="T102" fmla="*/ 604 w 763"/>
                <a:gd name="T103" fmla="*/ 701 h 1018"/>
                <a:gd name="T104" fmla="*/ 630 w 763"/>
                <a:gd name="T105" fmla="*/ 687 h 1018"/>
                <a:gd name="T106" fmla="*/ 633 w 763"/>
                <a:gd name="T107" fmla="*/ 655 h 1018"/>
                <a:gd name="T108" fmla="*/ 604 w 763"/>
                <a:gd name="T109" fmla="*/ 636 h 1018"/>
                <a:gd name="T110" fmla="*/ 146 w 763"/>
                <a:gd name="T111" fmla="*/ 766 h 1018"/>
                <a:gd name="T112" fmla="*/ 126 w 763"/>
                <a:gd name="T113" fmla="*/ 796 h 1018"/>
                <a:gd name="T114" fmla="*/ 140 w 763"/>
                <a:gd name="T115" fmla="*/ 822 h 1018"/>
                <a:gd name="T116" fmla="*/ 610 w 763"/>
                <a:gd name="T117" fmla="*/ 827 h 1018"/>
                <a:gd name="T118" fmla="*/ 635 w 763"/>
                <a:gd name="T119" fmla="*/ 802 h 1018"/>
                <a:gd name="T120" fmla="*/ 626 w 763"/>
                <a:gd name="T121" fmla="*/ 773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63" h="1018">
                  <a:moveTo>
                    <a:pt x="676" y="191"/>
                  </a:moveTo>
                  <a:lnTo>
                    <a:pt x="595" y="191"/>
                  </a:lnTo>
                  <a:lnTo>
                    <a:pt x="595" y="191"/>
                  </a:lnTo>
                  <a:lnTo>
                    <a:pt x="591" y="191"/>
                  </a:lnTo>
                  <a:lnTo>
                    <a:pt x="587" y="189"/>
                  </a:lnTo>
                  <a:lnTo>
                    <a:pt x="582" y="187"/>
                  </a:lnTo>
                  <a:lnTo>
                    <a:pt x="579" y="183"/>
                  </a:lnTo>
                  <a:lnTo>
                    <a:pt x="576" y="179"/>
                  </a:lnTo>
                  <a:lnTo>
                    <a:pt x="574" y="174"/>
                  </a:lnTo>
                  <a:lnTo>
                    <a:pt x="573" y="169"/>
                  </a:lnTo>
                  <a:lnTo>
                    <a:pt x="572" y="163"/>
                  </a:lnTo>
                  <a:lnTo>
                    <a:pt x="572" y="92"/>
                  </a:lnTo>
                  <a:lnTo>
                    <a:pt x="572" y="92"/>
                  </a:lnTo>
                  <a:lnTo>
                    <a:pt x="572" y="83"/>
                  </a:lnTo>
                  <a:lnTo>
                    <a:pt x="570" y="74"/>
                  </a:lnTo>
                  <a:lnTo>
                    <a:pt x="568" y="64"/>
                  </a:lnTo>
                  <a:lnTo>
                    <a:pt x="565" y="57"/>
                  </a:lnTo>
                  <a:lnTo>
                    <a:pt x="561" y="48"/>
                  </a:lnTo>
                  <a:lnTo>
                    <a:pt x="557" y="41"/>
                  </a:lnTo>
                  <a:lnTo>
                    <a:pt x="552" y="34"/>
                  </a:lnTo>
                  <a:lnTo>
                    <a:pt x="546" y="27"/>
                  </a:lnTo>
                  <a:lnTo>
                    <a:pt x="540" y="21"/>
                  </a:lnTo>
                  <a:lnTo>
                    <a:pt x="533" y="16"/>
                  </a:lnTo>
                  <a:lnTo>
                    <a:pt x="527" y="12"/>
                  </a:lnTo>
                  <a:lnTo>
                    <a:pt x="518" y="7"/>
                  </a:lnTo>
                  <a:lnTo>
                    <a:pt x="510" y="4"/>
                  </a:lnTo>
                  <a:lnTo>
                    <a:pt x="502" y="2"/>
                  </a:lnTo>
                  <a:lnTo>
                    <a:pt x="493" y="1"/>
                  </a:lnTo>
                  <a:lnTo>
                    <a:pt x="485" y="0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78" y="1"/>
                  </a:lnTo>
                  <a:lnTo>
                    <a:pt x="69" y="2"/>
                  </a:lnTo>
                  <a:lnTo>
                    <a:pt x="61" y="4"/>
                  </a:lnTo>
                  <a:lnTo>
                    <a:pt x="52" y="7"/>
                  </a:lnTo>
                  <a:lnTo>
                    <a:pt x="45" y="12"/>
                  </a:lnTo>
                  <a:lnTo>
                    <a:pt x="38" y="16"/>
                  </a:lnTo>
                  <a:lnTo>
                    <a:pt x="31" y="21"/>
                  </a:lnTo>
                  <a:lnTo>
                    <a:pt x="25" y="27"/>
                  </a:lnTo>
                  <a:lnTo>
                    <a:pt x="19" y="34"/>
                  </a:lnTo>
                  <a:lnTo>
                    <a:pt x="15" y="41"/>
                  </a:lnTo>
                  <a:lnTo>
                    <a:pt x="10" y="48"/>
                  </a:lnTo>
                  <a:lnTo>
                    <a:pt x="6" y="57"/>
                  </a:lnTo>
                  <a:lnTo>
                    <a:pt x="3" y="64"/>
                  </a:lnTo>
                  <a:lnTo>
                    <a:pt x="1" y="74"/>
                  </a:lnTo>
                  <a:lnTo>
                    <a:pt x="0" y="83"/>
                  </a:lnTo>
                  <a:lnTo>
                    <a:pt x="0" y="92"/>
                  </a:lnTo>
                  <a:lnTo>
                    <a:pt x="0" y="927"/>
                  </a:lnTo>
                  <a:lnTo>
                    <a:pt x="0" y="927"/>
                  </a:lnTo>
                  <a:lnTo>
                    <a:pt x="0" y="937"/>
                  </a:lnTo>
                  <a:lnTo>
                    <a:pt x="1" y="945"/>
                  </a:lnTo>
                  <a:lnTo>
                    <a:pt x="3" y="954"/>
                  </a:lnTo>
                  <a:lnTo>
                    <a:pt x="6" y="962"/>
                  </a:lnTo>
                  <a:lnTo>
                    <a:pt x="10" y="970"/>
                  </a:lnTo>
                  <a:lnTo>
                    <a:pt x="15" y="977"/>
                  </a:lnTo>
                  <a:lnTo>
                    <a:pt x="19" y="985"/>
                  </a:lnTo>
                  <a:lnTo>
                    <a:pt x="25" y="991"/>
                  </a:lnTo>
                  <a:lnTo>
                    <a:pt x="31" y="998"/>
                  </a:lnTo>
                  <a:lnTo>
                    <a:pt x="38" y="1002"/>
                  </a:lnTo>
                  <a:lnTo>
                    <a:pt x="45" y="1007"/>
                  </a:lnTo>
                  <a:lnTo>
                    <a:pt x="52" y="1011"/>
                  </a:lnTo>
                  <a:lnTo>
                    <a:pt x="61" y="1014"/>
                  </a:lnTo>
                  <a:lnTo>
                    <a:pt x="69" y="1016"/>
                  </a:lnTo>
                  <a:lnTo>
                    <a:pt x="78" y="1018"/>
                  </a:lnTo>
                  <a:lnTo>
                    <a:pt x="87" y="1018"/>
                  </a:lnTo>
                  <a:lnTo>
                    <a:pt x="676" y="1018"/>
                  </a:lnTo>
                  <a:lnTo>
                    <a:pt x="676" y="1018"/>
                  </a:lnTo>
                  <a:lnTo>
                    <a:pt x="684" y="1018"/>
                  </a:lnTo>
                  <a:lnTo>
                    <a:pt x="693" y="1016"/>
                  </a:lnTo>
                  <a:lnTo>
                    <a:pt x="701" y="1014"/>
                  </a:lnTo>
                  <a:lnTo>
                    <a:pt x="709" y="1011"/>
                  </a:lnTo>
                  <a:lnTo>
                    <a:pt x="716" y="1007"/>
                  </a:lnTo>
                  <a:lnTo>
                    <a:pt x="724" y="1002"/>
                  </a:lnTo>
                  <a:lnTo>
                    <a:pt x="730" y="998"/>
                  </a:lnTo>
                  <a:lnTo>
                    <a:pt x="737" y="991"/>
                  </a:lnTo>
                  <a:lnTo>
                    <a:pt x="742" y="985"/>
                  </a:lnTo>
                  <a:lnTo>
                    <a:pt x="748" y="977"/>
                  </a:lnTo>
                  <a:lnTo>
                    <a:pt x="752" y="970"/>
                  </a:lnTo>
                  <a:lnTo>
                    <a:pt x="756" y="962"/>
                  </a:lnTo>
                  <a:lnTo>
                    <a:pt x="758" y="954"/>
                  </a:lnTo>
                  <a:lnTo>
                    <a:pt x="760" y="945"/>
                  </a:lnTo>
                  <a:lnTo>
                    <a:pt x="763" y="937"/>
                  </a:lnTo>
                  <a:lnTo>
                    <a:pt x="763" y="927"/>
                  </a:lnTo>
                  <a:lnTo>
                    <a:pt x="763" y="283"/>
                  </a:lnTo>
                  <a:lnTo>
                    <a:pt x="763" y="283"/>
                  </a:lnTo>
                  <a:lnTo>
                    <a:pt x="763" y="273"/>
                  </a:lnTo>
                  <a:lnTo>
                    <a:pt x="760" y="264"/>
                  </a:lnTo>
                  <a:lnTo>
                    <a:pt x="758" y="255"/>
                  </a:lnTo>
                  <a:lnTo>
                    <a:pt x="756" y="247"/>
                  </a:lnTo>
                  <a:lnTo>
                    <a:pt x="752" y="239"/>
                  </a:lnTo>
                  <a:lnTo>
                    <a:pt x="748" y="232"/>
                  </a:lnTo>
                  <a:lnTo>
                    <a:pt x="742" y="224"/>
                  </a:lnTo>
                  <a:lnTo>
                    <a:pt x="737" y="218"/>
                  </a:lnTo>
                  <a:lnTo>
                    <a:pt x="730" y="212"/>
                  </a:lnTo>
                  <a:lnTo>
                    <a:pt x="724" y="207"/>
                  </a:lnTo>
                  <a:lnTo>
                    <a:pt x="716" y="203"/>
                  </a:lnTo>
                  <a:lnTo>
                    <a:pt x="709" y="198"/>
                  </a:lnTo>
                  <a:lnTo>
                    <a:pt x="701" y="195"/>
                  </a:lnTo>
                  <a:lnTo>
                    <a:pt x="693" y="193"/>
                  </a:lnTo>
                  <a:lnTo>
                    <a:pt x="684" y="192"/>
                  </a:lnTo>
                  <a:lnTo>
                    <a:pt x="676" y="191"/>
                  </a:lnTo>
                  <a:lnTo>
                    <a:pt x="676" y="191"/>
                  </a:lnTo>
                  <a:close/>
                  <a:moveTo>
                    <a:pt x="699" y="927"/>
                  </a:moveTo>
                  <a:lnTo>
                    <a:pt x="699" y="927"/>
                  </a:lnTo>
                  <a:lnTo>
                    <a:pt x="698" y="932"/>
                  </a:lnTo>
                  <a:lnTo>
                    <a:pt x="697" y="938"/>
                  </a:lnTo>
                  <a:lnTo>
                    <a:pt x="695" y="942"/>
                  </a:lnTo>
                  <a:lnTo>
                    <a:pt x="692" y="946"/>
                  </a:lnTo>
                  <a:lnTo>
                    <a:pt x="689" y="949"/>
                  </a:lnTo>
                  <a:lnTo>
                    <a:pt x="684" y="953"/>
                  </a:lnTo>
                  <a:lnTo>
                    <a:pt x="680" y="954"/>
                  </a:lnTo>
                  <a:lnTo>
                    <a:pt x="676" y="955"/>
                  </a:lnTo>
                  <a:lnTo>
                    <a:pt x="87" y="955"/>
                  </a:lnTo>
                  <a:lnTo>
                    <a:pt x="87" y="955"/>
                  </a:lnTo>
                  <a:lnTo>
                    <a:pt x="82" y="954"/>
                  </a:lnTo>
                  <a:lnTo>
                    <a:pt x="78" y="953"/>
                  </a:lnTo>
                  <a:lnTo>
                    <a:pt x="74" y="949"/>
                  </a:lnTo>
                  <a:lnTo>
                    <a:pt x="69" y="946"/>
                  </a:lnTo>
                  <a:lnTo>
                    <a:pt x="67" y="942"/>
                  </a:lnTo>
                  <a:lnTo>
                    <a:pt x="65" y="938"/>
                  </a:lnTo>
                  <a:lnTo>
                    <a:pt x="63" y="932"/>
                  </a:lnTo>
                  <a:lnTo>
                    <a:pt x="63" y="927"/>
                  </a:lnTo>
                  <a:lnTo>
                    <a:pt x="63" y="92"/>
                  </a:lnTo>
                  <a:lnTo>
                    <a:pt x="63" y="92"/>
                  </a:lnTo>
                  <a:lnTo>
                    <a:pt x="63" y="86"/>
                  </a:lnTo>
                  <a:lnTo>
                    <a:pt x="65" y="81"/>
                  </a:lnTo>
                  <a:lnTo>
                    <a:pt x="67" y="76"/>
                  </a:lnTo>
                  <a:lnTo>
                    <a:pt x="69" y="72"/>
                  </a:lnTo>
                  <a:lnTo>
                    <a:pt x="74" y="69"/>
                  </a:lnTo>
                  <a:lnTo>
                    <a:pt x="78" y="66"/>
                  </a:lnTo>
                  <a:lnTo>
                    <a:pt x="82" y="64"/>
                  </a:lnTo>
                  <a:lnTo>
                    <a:pt x="87" y="64"/>
                  </a:lnTo>
                  <a:lnTo>
                    <a:pt x="485" y="64"/>
                  </a:lnTo>
                  <a:lnTo>
                    <a:pt x="485" y="64"/>
                  </a:lnTo>
                  <a:lnTo>
                    <a:pt x="489" y="64"/>
                  </a:lnTo>
                  <a:lnTo>
                    <a:pt x="493" y="66"/>
                  </a:lnTo>
                  <a:lnTo>
                    <a:pt x="498" y="69"/>
                  </a:lnTo>
                  <a:lnTo>
                    <a:pt x="501" y="72"/>
                  </a:lnTo>
                  <a:lnTo>
                    <a:pt x="504" y="76"/>
                  </a:lnTo>
                  <a:lnTo>
                    <a:pt x="506" y="81"/>
                  </a:lnTo>
                  <a:lnTo>
                    <a:pt x="508" y="86"/>
                  </a:lnTo>
                  <a:lnTo>
                    <a:pt x="508" y="92"/>
                  </a:lnTo>
                  <a:lnTo>
                    <a:pt x="508" y="163"/>
                  </a:lnTo>
                  <a:lnTo>
                    <a:pt x="508" y="163"/>
                  </a:lnTo>
                  <a:lnTo>
                    <a:pt x="508" y="173"/>
                  </a:lnTo>
                  <a:lnTo>
                    <a:pt x="510" y="182"/>
                  </a:lnTo>
                  <a:lnTo>
                    <a:pt x="513" y="191"/>
                  </a:lnTo>
                  <a:lnTo>
                    <a:pt x="515" y="199"/>
                  </a:lnTo>
                  <a:lnTo>
                    <a:pt x="519" y="207"/>
                  </a:lnTo>
                  <a:lnTo>
                    <a:pt x="523" y="214"/>
                  </a:lnTo>
                  <a:lnTo>
                    <a:pt x="529" y="222"/>
                  </a:lnTo>
                  <a:lnTo>
                    <a:pt x="534" y="228"/>
                  </a:lnTo>
                  <a:lnTo>
                    <a:pt x="540" y="234"/>
                  </a:lnTo>
                  <a:lnTo>
                    <a:pt x="547" y="239"/>
                  </a:lnTo>
                  <a:lnTo>
                    <a:pt x="554" y="243"/>
                  </a:lnTo>
                  <a:lnTo>
                    <a:pt x="562" y="248"/>
                  </a:lnTo>
                  <a:lnTo>
                    <a:pt x="569" y="251"/>
                  </a:lnTo>
                  <a:lnTo>
                    <a:pt x="578" y="253"/>
                  </a:lnTo>
                  <a:lnTo>
                    <a:pt x="587" y="254"/>
                  </a:lnTo>
                  <a:lnTo>
                    <a:pt x="595" y="255"/>
                  </a:lnTo>
                  <a:lnTo>
                    <a:pt x="676" y="255"/>
                  </a:lnTo>
                  <a:lnTo>
                    <a:pt x="676" y="255"/>
                  </a:lnTo>
                  <a:lnTo>
                    <a:pt x="680" y="255"/>
                  </a:lnTo>
                  <a:lnTo>
                    <a:pt x="684" y="257"/>
                  </a:lnTo>
                  <a:lnTo>
                    <a:pt x="689" y="260"/>
                  </a:lnTo>
                  <a:lnTo>
                    <a:pt x="692" y="263"/>
                  </a:lnTo>
                  <a:lnTo>
                    <a:pt x="695" y="267"/>
                  </a:lnTo>
                  <a:lnTo>
                    <a:pt x="697" y="271"/>
                  </a:lnTo>
                  <a:lnTo>
                    <a:pt x="698" y="277"/>
                  </a:lnTo>
                  <a:lnTo>
                    <a:pt x="699" y="283"/>
                  </a:lnTo>
                  <a:lnTo>
                    <a:pt x="699" y="927"/>
                  </a:lnTo>
                  <a:close/>
                  <a:moveTo>
                    <a:pt x="158" y="319"/>
                  </a:moveTo>
                  <a:lnTo>
                    <a:pt x="413" y="319"/>
                  </a:lnTo>
                  <a:lnTo>
                    <a:pt x="413" y="319"/>
                  </a:lnTo>
                  <a:lnTo>
                    <a:pt x="419" y="317"/>
                  </a:lnTo>
                  <a:lnTo>
                    <a:pt x="426" y="316"/>
                  </a:lnTo>
                  <a:lnTo>
                    <a:pt x="431" y="313"/>
                  </a:lnTo>
                  <a:lnTo>
                    <a:pt x="435" y="309"/>
                  </a:lnTo>
                  <a:lnTo>
                    <a:pt x="440" y="305"/>
                  </a:lnTo>
                  <a:lnTo>
                    <a:pt x="442" y="299"/>
                  </a:lnTo>
                  <a:lnTo>
                    <a:pt x="444" y="293"/>
                  </a:lnTo>
                  <a:lnTo>
                    <a:pt x="445" y="286"/>
                  </a:lnTo>
                  <a:lnTo>
                    <a:pt x="445" y="286"/>
                  </a:lnTo>
                  <a:lnTo>
                    <a:pt x="444" y="280"/>
                  </a:lnTo>
                  <a:lnTo>
                    <a:pt x="442" y="275"/>
                  </a:lnTo>
                  <a:lnTo>
                    <a:pt x="440" y="269"/>
                  </a:lnTo>
                  <a:lnTo>
                    <a:pt x="435" y="264"/>
                  </a:lnTo>
                  <a:lnTo>
                    <a:pt x="431" y="261"/>
                  </a:lnTo>
                  <a:lnTo>
                    <a:pt x="426" y="257"/>
                  </a:lnTo>
                  <a:lnTo>
                    <a:pt x="419" y="255"/>
                  </a:lnTo>
                  <a:lnTo>
                    <a:pt x="413" y="255"/>
                  </a:lnTo>
                  <a:lnTo>
                    <a:pt x="158" y="255"/>
                  </a:lnTo>
                  <a:lnTo>
                    <a:pt x="158" y="255"/>
                  </a:lnTo>
                  <a:lnTo>
                    <a:pt x="152" y="255"/>
                  </a:lnTo>
                  <a:lnTo>
                    <a:pt x="146" y="257"/>
                  </a:lnTo>
                  <a:lnTo>
                    <a:pt x="140" y="261"/>
                  </a:lnTo>
                  <a:lnTo>
                    <a:pt x="136" y="264"/>
                  </a:lnTo>
                  <a:lnTo>
                    <a:pt x="132" y="269"/>
                  </a:lnTo>
                  <a:lnTo>
                    <a:pt x="130" y="275"/>
                  </a:lnTo>
                  <a:lnTo>
                    <a:pt x="127" y="280"/>
                  </a:lnTo>
                  <a:lnTo>
                    <a:pt x="126" y="286"/>
                  </a:lnTo>
                  <a:lnTo>
                    <a:pt x="126" y="286"/>
                  </a:lnTo>
                  <a:lnTo>
                    <a:pt x="127" y="293"/>
                  </a:lnTo>
                  <a:lnTo>
                    <a:pt x="130" y="299"/>
                  </a:lnTo>
                  <a:lnTo>
                    <a:pt x="132" y="305"/>
                  </a:lnTo>
                  <a:lnTo>
                    <a:pt x="136" y="309"/>
                  </a:lnTo>
                  <a:lnTo>
                    <a:pt x="140" y="313"/>
                  </a:lnTo>
                  <a:lnTo>
                    <a:pt x="146" y="316"/>
                  </a:lnTo>
                  <a:lnTo>
                    <a:pt x="152" y="317"/>
                  </a:lnTo>
                  <a:lnTo>
                    <a:pt x="158" y="319"/>
                  </a:lnTo>
                  <a:lnTo>
                    <a:pt x="158" y="319"/>
                  </a:lnTo>
                  <a:close/>
                  <a:moveTo>
                    <a:pt x="604" y="382"/>
                  </a:moveTo>
                  <a:lnTo>
                    <a:pt x="158" y="382"/>
                  </a:lnTo>
                  <a:lnTo>
                    <a:pt x="158" y="382"/>
                  </a:lnTo>
                  <a:lnTo>
                    <a:pt x="152" y="383"/>
                  </a:lnTo>
                  <a:lnTo>
                    <a:pt x="146" y="385"/>
                  </a:lnTo>
                  <a:lnTo>
                    <a:pt x="140" y="387"/>
                  </a:lnTo>
                  <a:lnTo>
                    <a:pt x="136" y="392"/>
                  </a:lnTo>
                  <a:lnTo>
                    <a:pt x="132" y="396"/>
                  </a:lnTo>
                  <a:lnTo>
                    <a:pt x="130" y="401"/>
                  </a:lnTo>
                  <a:lnTo>
                    <a:pt x="127" y="408"/>
                  </a:lnTo>
                  <a:lnTo>
                    <a:pt x="126" y="414"/>
                  </a:lnTo>
                  <a:lnTo>
                    <a:pt x="126" y="414"/>
                  </a:lnTo>
                  <a:lnTo>
                    <a:pt x="127" y="420"/>
                  </a:lnTo>
                  <a:lnTo>
                    <a:pt x="130" y="426"/>
                  </a:lnTo>
                  <a:lnTo>
                    <a:pt x="132" y="431"/>
                  </a:lnTo>
                  <a:lnTo>
                    <a:pt x="136" y="437"/>
                  </a:lnTo>
                  <a:lnTo>
                    <a:pt x="140" y="440"/>
                  </a:lnTo>
                  <a:lnTo>
                    <a:pt x="146" y="443"/>
                  </a:lnTo>
                  <a:lnTo>
                    <a:pt x="152" y="445"/>
                  </a:lnTo>
                  <a:lnTo>
                    <a:pt x="158" y="445"/>
                  </a:lnTo>
                  <a:lnTo>
                    <a:pt x="604" y="445"/>
                  </a:lnTo>
                  <a:lnTo>
                    <a:pt x="604" y="445"/>
                  </a:lnTo>
                  <a:lnTo>
                    <a:pt x="610" y="445"/>
                  </a:lnTo>
                  <a:lnTo>
                    <a:pt x="616" y="443"/>
                  </a:lnTo>
                  <a:lnTo>
                    <a:pt x="621" y="440"/>
                  </a:lnTo>
                  <a:lnTo>
                    <a:pt x="626" y="437"/>
                  </a:lnTo>
                  <a:lnTo>
                    <a:pt x="630" y="431"/>
                  </a:lnTo>
                  <a:lnTo>
                    <a:pt x="633" y="426"/>
                  </a:lnTo>
                  <a:lnTo>
                    <a:pt x="635" y="420"/>
                  </a:lnTo>
                  <a:lnTo>
                    <a:pt x="636" y="414"/>
                  </a:lnTo>
                  <a:lnTo>
                    <a:pt x="636" y="414"/>
                  </a:lnTo>
                  <a:lnTo>
                    <a:pt x="635" y="408"/>
                  </a:lnTo>
                  <a:lnTo>
                    <a:pt x="633" y="401"/>
                  </a:lnTo>
                  <a:lnTo>
                    <a:pt x="630" y="396"/>
                  </a:lnTo>
                  <a:lnTo>
                    <a:pt x="626" y="392"/>
                  </a:lnTo>
                  <a:lnTo>
                    <a:pt x="621" y="387"/>
                  </a:lnTo>
                  <a:lnTo>
                    <a:pt x="616" y="385"/>
                  </a:lnTo>
                  <a:lnTo>
                    <a:pt x="610" y="383"/>
                  </a:lnTo>
                  <a:lnTo>
                    <a:pt x="604" y="382"/>
                  </a:lnTo>
                  <a:lnTo>
                    <a:pt x="604" y="382"/>
                  </a:lnTo>
                  <a:close/>
                  <a:moveTo>
                    <a:pt x="604" y="510"/>
                  </a:moveTo>
                  <a:lnTo>
                    <a:pt x="158" y="510"/>
                  </a:lnTo>
                  <a:lnTo>
                    <a:pt x="158" y="510"/>
                  </a:lnTo>
                  <a:lnTo>
                    <a:pt x="152" y="510"/>
                  </a:lnTo>
                  <a:lnTo>
                    <a:pt x="146" y="512"/>
                  </a:lnTo>
                  <a:lnTo>
                    <a:pt x="140" y="515"/>
                  </a:lnTo>
                  <a:lnTo>
                    <a:pt x="136" y="518"/>
                  </a:lnTo>
                  <a:lnTo>
                    <a:pt x="132" y="523"/>
                  </a:lnTo>
                  <a:lnTo>
                    <a:pt x="130" y="529"/>
                  </a:lnTo>
                  <a:lnTo>
                    <a:pt x="127" y="534"/>
                  </a:lnTo>
                  <a:lnTo>
                    <a:pt x="126" y="541"/>
                  </a:lnTo>
                  <a:lnTo>
                    <a:pt x="126" y="541"/>
                  </a:lnTo>
                  <a:lnTo>
                    <a:pt x="127" y="547"/>
                  </a:lnTo>
                  <a:lnTo>
                    <a:pt x="130" y="554"/>
                  </a:lnTo>
                  <a:lnTo>
                    <a:pt x="132" y="559"/>
                  </a:lnTo>
                  <a:lnTo>
                    <a:pt x="136" y="563"/>
                  </a:lnTo>
                  <a:lnTo>
                    <a:pt x="140" y="567"/>
                  </a:lnTo>
                  <a:lnTo>
                    <a:pt x="146" y="571"/>
                  </a:lnTo>
                  <a:lnTo>
                    <a:pt x="152" y="572"/>
                  </a:lnTo>
                  <a:lnTo>
                    <a:pt x="158" y="573"/>
                  </a:lnTo>
                  <a:lnTo>
                    <a:pt x="604" y="573"/>
                  </a:lnTo>
                  <a:lnTo>
                    <a:pt x="604" y="573"/>
                  </a:lnTo>
                  <a:lnTo>
                    <a:pt x="610" y="572"/>
                  </a:lnTo>
                  <a:lnTo>
                    <a:pt x="616" y="571"/>
                  </a:lnTo>
                  <a:lnTo>
                    <a:pt x="621" y="567"/>
                  </a:lnTo>
                  <a:lnTo>
                    <a:pt x="626" y="563"/>
                  </a:lnTo>
                  <a:lnTo>
                    <a:pt x="630" y="559"/>
                  </a:lnTo>
                  <a:lnTo>
                    <a:pt x="633" y="554"/>
                  </a:lnTo>
                  <a:lnTo>
                    <a:pt x="635" y="547"/>
                  </a:lnTo>
                  <a:lnTo>
                    <a:pt x="636" y="541"/>
                  </a:lnTo>
                  <a:lnTo>
                    <a:pt x="636" y="541"/>
                  </a:lnTo>
                  <a:lnTo>
                    <a:pt x="635" y="534"/>
                  </a:lnTo>
                  <a:lnTo>
                    <a:pt x="633" y="529"/>
                  </a:lnTo>
                  <a:lnTo>
                    <a:pt x="630" y="523"/>
                  </a:lnTo>
                  <a:lnTo>
                    <a:pt x="626" y="518"/>
                  </a:lnTo>
                  <a:lnTo>
                    <a:pt x="621" y="515"/>
                  </a:lnTo>
                  <a:lnTo>
                    <a:pt x="616" y="512"/>
                  </a:lnTo>
                  <a:lnTo>
                    <a:pt x="610" y="510"/>
                  </a:lnTo>
                  <a:lnTo>
                    <a:pt x="604" y="510"/>
                  </a:lnTo>
                  <a:lnTo>
                    <a:pt x="604" y="510"/>
                  </a:lnTo>
                  <a:close/>
                  <a:moveTo>
                    <a:pt x="604" y="636"/>
                  </a:moveTo>
                  <a:lnTo>
                    <a:pt x="158" y="636"/>
                  </a:lnTo>
                  <a:lnTo>
                    <a:pt x="158" y="636"/>
                  </a:lnTo>
                  <a:lnTo>
                    <a:pt x="152" y="637"/>
                  </a:lnTo>
                  <a:lnTo>
                    <a:pt x="146" y="639"/>
                  </a:lnTo>
                  <a:lnTo>
                    <a:pt x="140" y="642"/>
                  </a:lnTo>
                  <a:lnTo>
                    <a:pt x="136" y="646"/>
                  </a:lnTo>
                  <a:lnTo>
                    <a:pt x="132" y="650"/>
                  </a:lnTo>
                  <a:lnTo>
                    <a:pt x="130" y="655"/>
                  </a:lnTo>
                  <a:lnTo>
                    <a:pt x="127" y="662"/>
                  </a:lnTo>
                  <a:lnTo>
                    <a:pt x="126" y="668"/>
                  </a:lnTo>
                  <a:lnTo>
                    <a:pt x="126" y="668"/>
                  </a:lnTo>
                  <a:lnTo>
                    <a:pt x="127" y="675"/>
                  </a:lnTo>
                  <a:lnTo>
                    <a:pt x="130" y="681"/>
                  </a:lnTo>
                  <a:lnTo>
                    <a:pt x="132" y="687"/>
                  </a:lnTo>
                  <a:lnTo>
                    <a:pt x="136" y="691"/>
                  </a:lnTo>
                  <a:lnTo>
                    <a:pt x="140" y="695"/>
                  </a:lnTo>
                  <a:lnTo>
                    <a:pt x="146" y="697"/>
                  </a:lnTo>
                  <a:lnTo>
                    <a:pt x="152" y="699"/>
                  </a:lnTo>
                  <a:lnTo>
                    <a:pt x="158" y="701"/>
                  </a:lnTo>
                  <a:lnTo>
                    <a:pt x="604" y="701"/>
                  </a:lnTo>
                  <a:lnTo>
                    <a:pt x="604" y="701"/>
                  </a:lnTo>
                  <a:lnTo>
                    <a:pt x="610" y="699"/>
                  </a:lnTo>
                  <a:lnTo>
                    <a:pt x="616" y="697"/>
                  </a:lnTo>
                  <a:lnTo>
                    <a:pt x="621" y="695"/>
                  </a:lnTo>
                  <a:lnTo>
                    <a:pt x="626" y="691"/>
                  </a:lnTo>
                  <a:lnTo>
                    <a:pt x="630" y="687"/>
                  </a:lnTo>
                  <a:lnTo>
                    <a:pt x="633" y="681"/>
                  </a:lnTo>
                  <a:lnTo>
                    <a:pt x="635" y="675"/>
                  </a:lnTo>
                  <a:lnTo>
                    <a:pt x="636" y="668"/>
                  </a:lnTo>
                  <a:lnTo>
                    <a:pt x="636" y="668"/>
                  </a:lnTo>
                  <a:lnTo>
                    <a:pt x="635" y="662"/>
                  </a:lnTo>
                  <a:lnTo>
                    <a:pt x="633" y="655"/>
                  </a:lnTo>
                  <a:lnTo>
                    <a:pt x="630" y="650"/>
                  </a:lnTo>
                  <a:lnTo>
                    <a:pt x="626" y="646"/>
                  </a:lnTo>
                  <a:lnTo>
                    <a:pt x="621" y="642"/>
                  </a:lnTo>
                  <a:lnTo>
                    <a:pt x="616" y="639"/>
                  </a:lnTo>
                  <a:lnTo>
                    <a:pt x="610" y="637"/>
                  </a:lnTo>
                  <a:lnTo>
                    <a:pt x="604" y="636"/>
                  </a:lnTo>
                  <a:lnTo>
                    <a:pt x="604" y="636"/>
                  </a:lnTo>
                  <a:close/>
                  <a:moveTo>
                    <a:pt x="604" y="764"/>
                  </a:moveTo>
                  <a:lnTo>
                    <a:pt x="158" y="764"/>
                  </a:lnTo>
                  <a:lnTo>
                    <a:pt x="158" y="764"/>
                  </a:lnTo>
                  <a:lnTo>
                    <a:pt x="152" y="765"/>
                  </a:lnTo>
                  <a:lnTo>
                    <a:pt x="146" y="766"/>
                  </a:lnTo>
                  <a:lnTo>
                    <a:pt x="140" y="769"/>
                  </a:lnTo>
                  <a:lnTo>
                    <a:pt x="136" y="773"/>
                  </a:lnTo>
                  <a:lnTo>
                    <a:pt x="132" y="778"/>
                  </a:lnTo>
                  <a:lnTo>
                    <a:pt x="130" y="783"/>
                  </a:lnTo>
                  <a:lnTo>
                    <a:pt x="127" y="790"/>
                  </a:lnTo>
                  <a:lnTo>
                    <a:pt x="126" y="796"/>
                  </a:lnTo>
                  <a:lnTo>
                    <a:pt x="126" y="796"/>
                  </a:lnTo>
                  <a:lnTo>
                    <a:pt x="127" y="802"/>
                  </a:lnTo>
                  <a:lnTo>
                    <a:pt x="130" y="808"/>
                  </a:lnTo>
                  <a:lnTo>
                    <a:pt x="132" y="813"/>
                  </a:lnTo>
                  <a:lnTo>
                    <a:pt x="136" y="819"/>
                  </a:lnTo>
                  <a:lnTo>
                    <a:pt x="140" y="822"/>
                  </a:lnTo>
                  <a:lnTo>
                    <a:pt x="146" y="825"/>
                  </a:lnTo>
                  <a:lnTo>
                    <a:pt x="152" y="827"/>
                  </a:lnTo>
                  <a:lnTo>
                    <a:pt x="158" y="827"/>
                  </a:lnTo>
                  <a:lnTo>
                    <a:pt x="604" y="827"/>
                  </a:lnTo>
                  <a:lnTo>
                    <a:pt x="604" y="827"/>
                  </a:lnTo>
                  <a:lnTo>
                    <a:pt x="610" y="827"/>
                  </a:lnTo>
                  <a:lnTo>
                    <a:pt x="616" y="825"/>
                  </a:lnTo>
                  <a:lnTo>
                    <a:pt x="621" y="822"/>
                  </a:lnTo>
                  <a:lnTo>
                    <a:pt x="626" y="819"/>
                  </a:lnTo>
                  <a:lnTo>
                    <a:pt x="630" y="813"/>
                  </a:lnTo>
                  <a:lnTo>
                    <a:pt x="633" y="808"/>
                  </a:lnTo>
                  <a:lnTo>
                    <a:pt x="635" y="802"/>
                  </a:lnTo>
                  <a:lnTo>
                    <a:pt x="636" y="796"/>
                  </a:lnTo>
                  <a:lnTo>
                    <a:pt x="636" y="796"/>
                  </a:lnTo>
                  <a:lnTo>
                    <a:pt x="635" y="790"/>
                  </a:lnTo>
                  <a:lnTo>
                    <a:pt x="633" y="783"/>
                  </a:lnTo>
                  <a:lnTo>
                    <a:pt x="630" y="778"/>
                  </a:lnTo>
                  <a:lnTo>
                    <a:pt x="626" y="773"/>
                  </a:lnTo>
                  <a:lnTo>
                    <a:pt x="621" y="769"/>
                  </a:lnTo>
                  <a:lnTo>
                    <a:pt x="616" y="766"/>
                  </a:lnTo>
                  <a:lnTo>
                    <a:pt x="610" y="765"/>
                  </a:lnTo>
                  <a:lnTo>
                    <a:pt x="604" y="764"/>
                  </a:lnTo>
                  <a:lnTo>
                    <a:pt x="604" y="7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28" name="组合 75"/>
          <p:cNvGrpSpPr/>
          <p:nvPr/>
        </p:nvGrpSpPr>
        <p:grpSpPr>
          <a:xfrm>
            <a:off x="7052580" y="3091488"/>
            <a:ext cx="816000" cy="816000"/>
            <a:chOff x="7052580" y="2911012"/>
            <a:chExt cx="816000" cy="816000"/>
          </a:xfrm>
        </p:grpSpPr>
        <p:sp>
          <p:nvSpPr>
            <p:cNvPr id="32" name="椭圆 76"/>
            <p:cNvSpPr/>
            <p:nvPr/>
          </p:nvSpPr>
          <p:spPr>
            <a:xfrm>
              <a:off x="7052580" y="2911012"/>
              <a:ext cx="816000" cy="816000"/>
            </a:xfrm>
            <a:prstGeom prst="ellipse">
              <a:avLst/>
            </a:prstGeom>
            <a:solidFill>
              <a:schemeClr val="accent3"/>
            </a:solidFill>
            <a:ln w="5715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3" name="Freeform 110"/>
            <p:cNvSpPr>
              <a:spLocks noEditPoints="1"/>
            </p:cNvSpPr>
            <p:nvPr/>
          </p:nvSpPr>
          <p:spPr bwMode="auto">
            <a:xfrm>
              <a:off x="7298655" y="3157087"/>
              <a:ext cx="323850" cy="323850"/>
            </a:xfrm>
            <a:custGeom>
              <a:avLst/>
              <a:gdLst>
                <a:gd name="T0" fmla="*/ 279 w 1017"/>
                <a:gd name="T1" fmla="*/ 354 h 1017"/>
                <a:gd name="T2" fmla="*/ 241 w 1017"/>
                <a:gd name="T3" fmla="*/ 577 h 1017"/>
                <a:gd name="T4" fmla="*/ 453 w 1017"/>
                <a:gd name="T5" fmla="*/ 779 h 1017"/>
                <a:gd name="T6" fmla="*/ 703 w 1017"/>
                <a:gd name="T7" fmla="*/ 702 h 1017"/>
                <a:gd name="T8" fmla="*/ 779 w 1017"/>
                <a:gd name="T9" fmla="*/ 452 h 1017"/>
                <a:gd name="T10" fmla="*/ 563 w 1017"/>
                <a:gd name="T11" fmla="*/ 238 h 1017"/>
                <a:gd name="T12" fmla="*/ 322 w 1017"/>
                <a:gd name="T13" fmla="*/ 609 h 1017"/>
                <a:gd name="T14" fmla="*/ 426 w 1017"/>
                <a:gd name="T15" fmla="*/ 312 h 1017"/>
                <a:gd name="T16" fmla="*/ 711 w 1017"/>
                <a:gd name="T17" fmla="*/ 445 h 1017"/>
                <a:gd name="T18" fmla="*/ 550 w 1017"/>
                <a:gd name="T19" fmla="*/ 716 h 1017"/>
                <a:gd name="T20" fmla="*/ 913 w 1017"/>
                <a:gd name="T21" fmla="*/ 533 h 1017"/>
                <a:gd name="T22" fmla="*/ 972 w 1017"/>
                <a:gd name="T23" fmla="*/ 421 h 1017"/>
                <a:gd name="T24" fmla="*/ 985 w 1017"/>
                <a:gd name="T25" fmla="*/ 290 h 1017"/>
                <a:gd name="T26" fmla="*/ 883 w 1017"/>
                <a:gd name="T27" fmla="*/ 246 h 1017"/>
                <a:gd name="T28" fmla="*/ 770 w 1017"/>
                <a:gd name="T29" fmla="*/ 190 h 1017"/>
                <a:gd name="T30" fmla="*/ 788 w 1017"/>
                <a:gd name="T31" fmla="*/ 73 h 1017"/>
                <a:gd name="T32" fmla="*/ 611 w 1017"/>
                <a:gd name="T33" fmla="*/ 5 h 1017"/>
                <a:gd name="T34" fmla="*/ 533 w 1017"/>
                <a:gd name="T35" fmla="*/ 104 h 1017"/>
                <a:gd name="T36" fmla="*/ 422 w 1017"/>
                <a:gd name="T37" fmla="*/ 44 h 1017"/>
                <a:gd name="T38" fmla="*/ 291 w 1017"/>
                <a:gd name="T39" fmla="*/ 32 h 1017"/>
                <a:gd name="T40" fmla="*/ 247 w 1017"/>
                <a:gd name="T41" fmla="*/ 134 h 1017"/>
                <a:gd name="T42" fmla="*/ 190 w 1017"/>
                <a:gd name="T43" fmla="*/ 245 h 1017"/>
                <a:gd name="T44" fmla="*/ 73 w 1017"/>
                <a:gd name="T45" fmla="*/ 227 h 1017"/>
                <a:gd name="T46" fmla="*/ 5 w 1017"/>
                <a:gd name="T47" fmla="*/ 404 h 1017"/>
                <a:gd name="T48" fmla="*/ 104 w 1017"/>
                <a:gd name="T49" fmla="*/ 484 h 1017"/>
                <a:gd name="T50" fmla="*/ 44 w 1017"/>
                <a:gd name="T51" fmla="*/ 594 h 1017"/>
                <a:gd name="T52" fmla="*/ 32 w 1017"/>
                <a:gd name="T53" fmla="*/ 725 h 1017"/>
                <a:gd name="T54" fmla="*/ 134 w 1017"/>
                <a:gd name="T55" fmla="*/ 770 h 1017"/>
                <a:gd name="T56" fmla="*/ 246 w 1017"/>
                <a:gd name="T57" fmla="*/ 826 h 1017"/>
                <a:gd name="T58" fmla="*/ 227 w 1017"/>
                <a:gd name="T59" fmla="*/ 943 h 1017"/>
                <a:gd name="T60" fmla="*/ 400 w 1017"/>
                <a:gd name="T61" fmla="*/ 1014 h 1017"/>
                <a:gd name="T62" fmla="*/ 468 w 1017"/>
                <a:gd name="T63" fmla="*/ 918 h 1017"/>
                <a:gd name="T64" fmla="*/ 588 w 1017"/>
                <a:gd name="T65" fmla="*/ 957 h 1017"/>
                <a:gd name="T66" fmla="*/ 691 w 1017"/>
                <a:gd name="T67" fmla="*/ 999 h 1017"/>
                <a:gd name="T68" fmla="*/ 776 w 1017"/>
                <a:gd name="T69" fmla="*/ 898 h 1017"/>
                <a:gd name="T70" fmla="*/ 811 w 1017"/>
                <a:gd name="T71" fmla="*/ 776 h 1017"/>
                <a:gd name="T72" fmla="*/ 937 w 1017"/>
                <a:gd name="T73" fmla="*/ 790 h 1017"/>
                <a:gd name="T74" fmla="*/ 1014 w 1017"/>
                <a:gd name="T75" fmla="*/ 618 h 1017"/>
                <a:gd name="T76" fmla="*/ 816 w 1017"/>
                <a:gd name="T77" fmla="*/ 707 h 1017"/>
                <a:gd name="T78" fmla="*/ 702 w 1017"/>
                <a:gd name="T79" fmla="*/ 852 h 1017"/>
                <a:gd name="T80" fmla="*/ 596 w 1017"/>
                <a:gd name="T81" fmla="*/ 873 h 1017"/>
                <a:gd name="T82" fmla="*/ 411 w 1017"/>
                <a:gd name="T83" fmla="*/ 881 h 1017"/>
                <a:gd name="T84" fmla="*/ 313 w 1017"/>
                <a:gd name="T85" fmla="*/ 840 h 1017"/>
                <a:gd name="T86" fmla="*/ 161 w 1017"/>
                <a:gd name="T87" fmla="*/ 701 h 1017"/>
                <a:gd name="T88" fmla="*/ 143 w 1017"/>
                <a:gd name="T89" fmla="*/ 596 h 1017"/>
                <a:gd name="T90" fmla="*/ 136 w 1017"/>
                <a:gd name="T91" fmla="*/ 411 h 1017"/>
                <a:gd name="T92" fmla="*/ 176 w 1017"/>
                <a:gd name="T93" fmla="*/ 314 h 1017"/>
                <a:gd name="T94" fmla="*/ 314 w 1017"/>
                <a:gd name="T95" fmla="*/ 165 h 1017"/>
                <a:gd name="T96" fmla="*/ 420 w 1017"/>
                <a:gd name="T97" fmla="*/ 142 h 1017"/>
                <a:gd name="T98" fmla="*/ 605 w 1017"/>
                <a:gd name="T99" fmla="*/ 136 h 1017"/>
                <a:gd name="T100" fmla="*/ 703 w 1017"/>
                <a:gd name="T101" fmla="*/ 176 h 1017"/>
                <a:gd name="T102" fmla="*/ 855 w 1017"/>
                <a:gd name="T103" fmla="*/ 314 h 1017"/>
                <a:gd name="T104" fmla="*/ 873 w 1017"/>
                <a:gd name="T105" fmla="*/ 420 h 1017"/>
                <a:gd name="T106" fmla="*/ 881 w 1017"/>
                <a:gd name="T107" fmla="*/ 605 h 1017"/>
                <a:gd name="T108" fmla="*/ 449 w 1017"/>
                <a:gd name="T109" fmla="*/ 369 h 1017"/>
                <a:gd name="T110" fmla="*/ 375 w 1017"/>
                <a:gd name="T111" fmla="*/ 580 h 1017"/>
                <a:gd name="T112" fmla="*/ 592 w 1017"/>
                <a:gd name="T113" fmla="*/ 633 h 1017"/>
                <a:gd name="T114" fmla="*/ 624 w 1017"/>
                <a:gd name="T115" fmla="*/ 412 h 1017"/>
                <a:gd name="T116" fmla="*/ 454 w 1017"/>
                <a:gd name="T117" fmla="*/ 531 h 1017"/>
                <a:gd name="T118" fmla="*/ 563 w 1017"/>
                <a:gd name="T119" fmla="*/ 485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17" h="1017">
                  <a:moveTo>
                    <a:pt x="508" y="231"/>
                  </a:moveTo>
                  <a:lnTo>
                    <a:pt x="508" y="231"/>
                  </a:lnTo>
                  <a:lnTo>
                    <a:pt x="493" y="232"/>
                  </a:lnTo>
                  <a:lnTo>
                    <a:pt x="479" y="234"/>
                  </a:lnTo>
                  <a:lnTo>
                    <a:pt x="466" y="235"/>
                  </a:lnTo>
                  <a:lnTo>
                    <a:pt x="453" y="238"/>
                  </a:lnTo>
                  <a:lnTo>
                    <a:pt x="439" y="241"/>
                  </a:lnTo>
                  <a:lnTo>
                    <a:pt x="426" y="244"/>
                  </a:lnTo>
                  <a:lnTo>
                    <a:pt x="413" y="249"/>
                  </a:lnTo>
                  <a:lnTo>
                    <a:pt x="401" y="254"/>
                  </a:lnTo>
                  <a:lnTo>
                    <a:pt x="388" y="259"/>
                  </a:lnTo>
                  <a:lnTo>
                    <a:pt x="376" y="266"/>
                  </a:lnTo>
                  <a:lnTo>
                    <a:pt x="365" y="272"/>
                  </a:lnTo>
                  <a:lnTo>
                    <a:pt x="354" y="279"/>
                  </a:lnTo>
                  <a:lnTo>
                    <a:pt x="332" y="295"/>
                  </a:lnTo>
                  <a:lnTo>
                    <a:pt x="313" y="313"/>
                  </a:lnTo>
                  <a:lnTo>
                    <a:pt x="295" y="332"/>
                  </a:lnTo>
                  <a:lnTo>
                    <a:pt x="279" y="354"/>
                  </a:lnTo>
                  <a:lnTo>
                    <a:pt x="272" y="364"/>
                  </a:lnTo>
                  <a:lnTo>
                    <a:pt x="266" y="376"/>
                  </a:lnTo>
                  <a:lnTo>
                    <a:pt x="260" y="388"/>
                  </a:lnTo>
                  <a:lnTo>
                    <a:pt x="254" y="401"/>
                  </a:lnTo>
                  <a:lnTo>
                    <a:pt x="249" y="413"/>
                  </a:lnTo>
                  <a:lnTo>
                    <a:pt x="244" y="426"/>
                  </a:lnTo>
                  <a:lnTo>
                    <a:pt x="241" y="438"/>
                  </a:lnTo>
                  <a:lnTo>
                    <a:pt x="238" y="452"/>
                  </a:lnTo>
                  <a:lnTo>
                    <a:pt x="235" y="466"/>
                  </a:lnTo>
                  <a:lnTo>
                    <a:pt x="234" y="479"/>
                  </a:lnTo>
                  <a:lnTo>
                    <a:pt x="233" y="493"/>
                  </a:lnTo>
                  <a:lnTo>
                    <a:pt x="232" y="508"/>
                  </a:lnTo>
                  <a:lnTo>
                    <a:pt x="232" y="508"/>
                  </a:lnTo>
                  <a:lnTo>
                    <a:pt x="233" y="522"/>
                  </a:lnTo>
                  <a:lnTo>
                    <a:pt x="234" y="536"/>
                  </a:lnTo>
                  <a:lnTo>
                    <a:pt x="235" y="550"/>
                  </a:lnTo>
                  <a:lnTo>
                    <a:pt x="238" y="563"/>
                  </a:lnTo>
                  <a:lnTo>
                    <a:pt x="241" y="577"/>
                  </a:lnTo>
                  <a:lnTo>
                    <a:pt x="244" y="590"/>
                  </a:lnTo>
                  <a:lnTo>
                    <a:pt x="249" y="603"/>
                  </a:lnTo>
                  <a:lnTo>
                    <a:pt x="254" y="616"/>
                  </a:lnTo>
                  <a:lnTo>
                    <a:pt x="260" y="627"/>
                  </a:lnTo>
                  <a:lnTo>
                    <a:pt x="266" y="639"/>
                  </a:lnTo>
                  <a:lnTo>
                    <a:pt x="272" y="651"/>
                  </a:lnTo>
                  <a:lnTo>
                    <a:pt x="279" y="662"/>
                  </a:lnTo>
                  <a:lnTo>
                    <a:pt x="295" y="683"/>
                  </a:lnTo>
                  <a:lnTo>
                    <a:pt x="313" y="702"/>
                  </a:lnTo>
                  <a:lnTo>
                    <a:pt x="332" y="721"/>
                  </a:lnTo>
                  <a:lnTo>
                    <a:pt x="354" y="737"/>
                  </a:lnTo>
                  <a:lnTo>
                    <a:pt x="376" y="751"/>
                  </a:lnTo>
                  <a:lnTo>
                    <a:pt x="388" y="756"/>
                  </a:lnTo>
                  <a:lnTo>
                    <a:pt x="401" y="763"/>
                  </a:lnTo>
                  <a:lnTo>
                    <a:pt x="413" y="767"/>
                  </a:lnTo>
                  <a:lnTo>
                    <a:pt x="426" y="771"/>
                  </a:lnTo>
                  <a:lnTo>
                    <a:pt x="439" y="775"/>
                  </a:lnTo>
                  <a:lnTo>
                    <a:pt x="453" y="779"/>
                  </a:lnTo>
                  <a:lnTo>
                    <a:pt x="466" y="781"/>
                  </a:lnTo>
                  <a:lnTo>
                    <a:pt x="479" y="783"/>
                  </a:lnTo>
                  <a:lnTo>
                    <a:pt x="493" y="784"/>
                  </a:lnTo>
                  <a:lnTo>
                    <a:pt x="508" y="784"/>
                  </a:lnTo>
                  <a:lnTo>
                    <a:pt x="508" y="784"/>
                  </a:lnTo>
                  <a:lnTo>
                    <a:pt x="522" y="784"/>
                  </a:lnTo>
                  <a:lnTo>
                    <a:pt x="536" y="783"/>
                  </a:lnTo>
                  <a:lnTo>
                    <a:pt x="550" y="781"/>
                  </a:lnTo>
                  <a:lnTo>
                    <a:pt x="563" y="779"/>
                  </a:lnTo>
                  <a:lnTo>
                    <a:pt x="577" y="775"/>
                  </a:lnTo>
                  <a:lnTo>
                    <a:pt x="590" y="771"/>
                  </a:lnTo>
                  <a:lnTo>
                    <a:pt x="603" y="767"/>
                  </a:lnTo>
                  <a:lnTo>
                    <a:pt x="616" y="763"/>
                  </a:lnTo>
                  <a:lnTo>
                    <a:pt x="628" y="756"/>
                  </a:lnTo>
                  <a:lnTo>
                    <a:pt x="639" y="751"/>
                  </a:lnTo>
                  <a:lnTo>
                    <a:pt x="662" y="737"/>
                  </a:lnTo>
                  <a:lnTo>
                    <a:pt x="683" y="721"/>
                  </a:lnTo>
                  <a:lnTo>
                    <a:pt x="703" y="702"/>
                  </a:lnTo>
                  <a:lnTo>
                    <a:pt x="721" y="683"/>
                  </a:lnTo>
                  <a:lnTo>
                    <a:pt x="737" y="662"/>
                  </a:lnTo>
                  <a:lnTo>
                    <a:pt x="751" y="639"/>
                  </a:lnTo>
                  <a:lnTo>
                    <a:pt x="756" y="627"/>
                  </a:lnTo>
                  <a:lnTo>
                    <a:pt x="763" y="616"/>
                  </a:lnTo>
                  <a:lnTo>
                    <a:pt x="767" y="603"/>
                  </a:lnTo>
                  <a:lnTo>
                    <a:pt x="771" y="590"/>
                  </a:lnTo>
                  <a:lnTo>
                    <a:pt x="776" y="577"/>
                  </a:lnTo>
                  <a:lnTo>
                    <a:pt x="779" y="563"/>
                  </a:lnTo>
                  <a:lnTo>
                    <a:pt x="781" y="550"/>
                  </a:lnTo>
                  <a:lnTo>
                    <a:pt x="782" y="536"/>
                  </a:lnTo>
                  <a:lnTo>
                    <a:pt x="783" y="522"/>
                  </a:lnTo>
                  <a:lnTo>
                    <a:pt x="784" y="508"/>
                  </a:lnTo>
                  <a:lnTo>
                    <a:pt x="784" y="508"/>
                  </a:lnTo>
                  <a:lnTo>
                    <a:pt x="783" y="493"/>
                  </a:lnTo>
                  <a:lnTo>
                    <a:pt x="782" y="479"/>
                  </a:lnTo>
                  <a:lnTo>
                    <a:pt x="781" y="466"/>
                  </a:lnTo>
                  <a:lnTo>
                    <a:pt x="779" y="452"/>
                  </a:lnTo>
                  <a:lnTo>
                    <a:pt x="776" y="438"/>
                  </a:lnTo>
                  <a:lnTo>
                    <a:pt x="771" y="426"/>
                  </a:lnTo>
                  <a:lnTo>
                    <a:pt x="767" y="413"/>
                  </a:lnTo>
                  <a:lnTo>
                    <a:pt x="763" y="401"/>
                  </a:lnTo>
                  <a:lnTo>
                    <a:pt x="756" y="388"/>
                  </a:lnTo>
                  <a:lnTo>
                    <a:pt x="751" y="376"/>
                  </a:lnTo>
                  <a:lnTo>
                    <a:pt x="737" y="354"/>
                  </a:lnTo>
                  <a:lnTo>
                    <a:pt x="721" y="332"/>
                  </a:lnTo>
                  <a:lnTo>
                    <a:pt x="703" y="313"/>
                  </a:lnTo>
                  <a:lnTo>
                    <a:pt x="683" y="295"/>
                  </a:lnTo>
                  <a:lnTo>
                    <a:pt x="662" y="279"/>
                  </a:lnTo>
                  <a:lnTo>
                    <a:pt x="639" y="266"/>
                  </a:lnTo>
                  <a:lnTo>
                    <a:pt x="628" y="259"/>
                  </a:lnTo>
                  <a:lnTo>
                    <a:pt x="616" y="254"/>
                  </a:lnTo>
                  <a:lnTo>
                    <a:pt x="603" y="249"/>
                  </a:lnTo>
                  <a:lnTo>
                    <a:pt x="590" y="244"/>
                  </a:lnTo>
                  <a:lnTo>
                    <a:pt x="577" y="241"/>
                  </a:lnTo>
                  <a:lnTo>
                    <a:pt x="563" y="238"/>
                  </a:lnTo>
                  <a:lnTo>
                    <a:pt x="550" y="235"/>
                  </a:lnTo>
                  <a:lnTo>
                    <a:pt x="536" y="234"/>
                  </a:lnTo>
                  <a:lnTo>
                    <a:pt x="522" y="232"/>
                  </a:lnTo>
                  <a:lnTo>
                    <a:pt x="508" y="231"/>
                  </a:lnTo>
                  <a:lnTo>
                    <a:pt x="508" y="231"/>
                  </a:lnTo>
                  <a:close/>
                  <a:moveTo>
                    <a:pt x="508" y="721"/>
                  </a:moveTo>
                  <a:lnTo>
                    <a:pt x="508" y="721"/>
                  </a:lnTo>
                  <a:lnTo>
                    <a:pt x="486" y="720"/>
                  </a:lnTo>
                  <a:lnTo>
                    <a:pt x="466" y="716"/>
                  </a:lnTo>
                  <a:lnTo>
                    <a:pt x="445" y="711"/>
                  </a:lnTo>
                  <a:lnTo>
                    <a:pt x="426" y="704"/>
                  </a:lnTo>
                  <a:lnTo>
                    <a:pt x="407" y="695"/>
                  </a:lnTo>
                  <a:lnTo>
                    <a:pt x="389" y="684"/>
                  </a:lnTo>
                  <a:lnTo>
                    <a:pt x="373" y="671"/>
                  </a:lnTo>
                  <a:lnTo>
                    <a:pt x="358" y="658"/>
                  </a:lnTo>
                  <a:lnTo>
                    <a:pt x="344" y="642"/>
                  </a:lnTo>
                  <a:lnTo>
                    <a:pt x="332" y="626"/>
                  </a:lnTo>
                  <a:lnTo>
                    <a:pt x="322" y="609"/>
                  </a:lnTo>
                  <a:lnTo>
                    <a:pt x="312" y="591"/>
                  </a:lnTo>
                  <a:lnTo>
                    <a:pt x="306" y="570"/>
                  </a:lnTo>
                  <a:lnTo>
                    <a:pt x="300" y="550"/>
                  </a:lnTo>
                  <a:lnTo>
                    <a:pt x="297" y="530"/>
                  </a:lnTo>
                  <a:lnTo>
                    <a:pt x="296" y="508"/>
                  </a:lnTo>
                  <a:lnTo>
                    <a:pt x="296" y="508"/>
                  </a:lnTo>
                  <a:lnTo>
                    <a:pt x="297" y="486"/>
                  </a:lnTo>
                  <a:lnTo>
                    <a:pt x="300" y="465"/>
                  </a:lnTo>
                  <a:lnTo>
                    <a:pt x="306" y="445"/>
                  </a:lnTo>
                  <a:lnTo>
                    <a:pt x="312" y="426"/>
                  </a:lnTo>
                  <a:lnTo>
                    <a:pt x="322" y="406"/>
                  </a:lnTo>
                  <a:lnTo>
                    <a:pt x="332" y="389"/>
                  </a:lnTo>
                  <a:lnTo>
                    <a:pt x="344" y="373"/>
                  </a:lnTo>
                  <a:lnTo>
                    <a:pt x="358" y="358"/>
                  </a:lnTo>
                  <a:lnTo>
                    <a:pt x="373" y="344"/>
                  </a:lnTo>
                  <a:lnTo>
                    <a:pt x="389" y="332"/>
                  </a:lnTo>
                  <a:lnTo>
                    <a:pt x="407" y="322"/>
                  </a:lnTo>
                  <a:lnTo>
                    <a:pt x="426" y="312"/>
                  </a:lnTo>
                  <a:lnTo>
                    <a:pt x="445" y="305"/>
                  </a:lnTo>
                  <a:lnTo>
                    <a:pt x="466" y="300"/>
                  </a:lnTo>
                  <a:lnTo>
                    <a:pt x="486" y="297"/>
                  </a:lnTo>
                  <a:lnTo>
                    <a:pt x="508" y="296"/>
                  </a:lnTo>
                  <a:lnTo>
                    <a:pt x="508" y="296"/>
                  </a:lnTo>
                  <a:lnTo>
                    <a:pt x="530" y="297"/>
                  </a:lnTo>
                  <a:lnTo>
                    <a:pt x="550" y="300"/>
                  </a:lnTo>
                  <a:lnTo>
                    <a:pt x="571" y="305"/>
                  </a:lnTo>
                  <a:lnTo>
                    <a:pt x="591" y="312"/>
                  </a:lnTo>
                  <a:lnTo>
                    <a:pt x="609" y="322"/>
                  </a:lnTo>
                  <a:lnTo>
                    <a:pt x="626" y="332"/>
                  </a:lnTo>
                  <a:lnTo>
                    <a:pt x="643" y="344"/>
                  </a:lnTo>
                  <a:lnTo>
                    <a:pt x="658" y="358"/>
                  </a:lnTo>
                  <a:lnTo>
                    <a:pt x="672" y="373"/>
                  </a:lnTo>
                  <a:lnTo>
                    <a:pt x="684" y="389"/>
                  </a:lnTo>
                  <a:lnTo>
                    <a:pt x="695" y="406"/>
                  </a:lnTo>
                  <a:lnTo>
                    <a:pt x="704" y="426"/>
                  </a:lnTo>
                  <a:lnTo>
                    <a:pt x="711" y="445"/>
                  </a:lnTo>
                  <a:lnTo>
                    <a:pt x="717" y="465"/>
                  </a:lnTo>
                  <a:lnTo>
                    <a:pt x="720" y="486"/>
                  </a:lnTo>
                  <a:lnTo>
                    <a:pt x="721" y="508"/>
                  </a:lnTo>
                  <a:lnTo>
                    <a:pt x="721" y="508"/>
                  </a:lnTo>
                  <a:lnTo>
                    <a:pt x="720" y="530"/>
                  </a:lnTo>
                  <a:lnTo>
                    <a:pt x="717" y="550"/>
                  </a:lnTo>
                  <a:lnTo>
                    <a:pt x="711" y="570"/>
                  </a:lnTo>
                  <a:lnTo>
                    <a:pt x="704" y="591"/>
                  </a:lnTo>
                  <a:lnTo>
                    <a:pt x="695" y="609"/>
                  </a:lnTo>
                  <a:lnTo>
                    <a:pt x="684" y="626"/>
                  </a:lnTo>
                  <a:lnTo>
                    <a:pt x="672" y="642"/>
                  </a:lnTo>
                  <a:lnTo>
                    <a:pt x="658" y="658"/>
                  </a:lnTo>
                  <a:lnTo>
                    <a:pt x="643" y="671"/>
                  </a:lnTo>
                  <a:lnTo>
                    <a:pt x="626" y="684"/>
                  </a:lnTo>
                  <a:lnTo>
                    <a:pt x="609" y="695"/>
                  </a:lnTo>
                  <a:lnTo>
                    <a:pt x="591" y="704"/>
                  </a:lnTo>
                  <a:lnTo>
                    <a:pt x="571" y="711"/>
                  </a:lnTo>
                  <a:lnTo>
                    <a:pt x="550" y="716"/>
                  </a:lnTo>
                  <a:lnTo>
                    <a:pt x="530" y="720"/>
                  </a:lnTo>
                  <a:lnTo>
                    <a:pt x="508" y="721"/>
                  </a:lnTo>
                  <a:lnTo>
                    <a:pt x="508" y="721"/>
                  </a:lnTo>
                  <a:close/>
                  <a:moveTo>
                    <a:pt x="989" y="598"/>
                  </a:moveTo>
                  <a:lnTo>
                    <a:pt x="989" y="598"/>
                  </a:lnTo>
                  <a:lnTo>
                    <a:pt x="981" y="596"/>
                  </a:lnTo>
                  <a:lnTo>
                    <a:pt x="972" y="594"/>
                  </a:lnTo>
                  <a:lnTo>
                    <a:pt x="964" y="591"/>
                  </a:lnTo>
                  <a:lnTo>
                    <a:pt x="957" y="588"/>
                  </a:lnTo>
                  <a:lnTo>
                    <a:pt x="950" y="583"/>
                  </a:lnTo>
                  <a:lnTo>
                    <a:pt x="944" y="579"/>
                  </a:lnTo>
                  <a:lnTo>
                    <a:pt x="938" y="574"/>
                  </a:lnTo>
                  <a:lnTo>
                    <a:pt x="932" y="567"/>
                  </a:lnTo>
                  <a:lnTo>
                    <a:pt x="927" y="562"/>
                  </a:lnTo>
                  <a:lnTo>
                    <a:pt x="923" y="554"/>
                  </a:lnTo>
                  <a:lnTo>
                    <a:pt x="918" y="548"/>
                  </a:lnTo>
                  <a:lnTo>
                    <a:pt x="915" y="540"/>
                  </a:lnTo>
                  <a:lnTo>
                    <a:pt x="913" y="533"/>
                  </a:lnTo>
                  <a:lnTo>
                    <a:pt x="911" y="524"/>
                  </a:lnTo>
                  <a:lnTo>
                    <a:pt x="910" y="517"/>
                  </a:lnTo>
                  <a:lnTo>
                    <a:pt x="909" y="508"/>
                  </a:lnTo>
                  <a:lnTo>
                    <a:pt x="909" y="508"/>
                  </a:lnTo>
                  <a:lnTo>
                    <a:pt x="910" y="500"/>
                  </a:lnTo>
                  <a:lnTo>
                    <a:pt x="911" y="491"/>
                  </a:lnTo>
                  <a:lnTo>
                    <a:pt x="913" y="484"/>
                  </a:lnTo>
                  <a:lnTo>
                    <a:pt x="915" y="475"/>
                  </a:lnTo>
                  <a:lnTo>
                    <a:pt x="918" y="469"/>
                  </a:lnTo>
                  <a:lnTo>
                    <a:pt x="923" y="461"/>
                  </a:lnTo>
                  <a:lnTo>
                    <a:pt x="927" y="455"/>
                  </a:lnTo>
                  <a:lnTo>
                    <a:pt x="932" y="448"/>
                  </a:lnTo>
                  <a:lnTo>
                    <a:pt x="938" y="442"/>
                  </a:lnTo>
                  <a:lnTo>
                    <a:pt x="944" y="437"/>
                  </a:lnTo>
                  <a:lnTo>
                    <a:pt x="950" y="432"/>
                  </a:lnTo>
                  <a:lnTo>
                    <a:pt x="957" y="428"/>
                  </a:lnTo>
                  <a:lnTo>
                    <a:pt x="964" y="425"/>
                  </a:lnTo>
                  <a:lnTo>
                    <a:pt x="972" y="421"/>
                  </a:lnTo>
                  <a:lnTo>
                    <a:pt x="981" y="419"/>
                  </a:lnTo>
                  <a:lnTo>
                    <a:pt x="989" y="418"/>
                  </a:lnTo>
                  <a:lnTo>
                    <a:pt x="989" y="418"/>
                  </a:lnTo>
                  <a:lnTo>
                    <a:pt x="996" y="416"/>
                  </a:lnTo>
                  <a:lnTo>
                    <a:pt x="1001" y="414"/>
                  </a:lnTo>
                  <a:lnTo>
                    <a:pt x="1006" y="410"/>
                  </a:lnTo>
                  <a:lnTo>
                    <a:pt x="1011" y="404"/>
                  </a:lnTo>
                  <a:lnTo>
                    <a:pt x="1011" y="404"/>
                  </a:lnTo>
                  <a:lnTo>
                    <a:pt x="1014" y="399"/>
                  </a:lnTo>
                  <a:lnTo>
                    <a:pt x="1016" y="392"/>
                  </a:lnTo>
                  <a:lnTo>
                    <a:pt x="1017" y="385"/>
                  </a:lnTo>
                  <a:lnTo>
                    <a:pt x="1016" y="378"/>
                  </a:lnTo>
                  <a:lnTo>
                    <a:pt x="1016" y="378"/>
                  </a:lnTo>
                  <a:lnTo>
                    <a:pt x="1011" y="360"/>
                  </a:lnTo>
                  <a:lnTo>
                    <a:pt x="1005" y="343"/>
                  </a:lnTo>
                  <a:lnTo>
                    <a:pt x="999" y="325"/>
                  </a:lnTo>
                  <a:lnTo>
                    <a:pt x="992" y="308"/>
                  </a:lnTo>
                  <a:lnTo>
                    <a:pt x="985" y="290"/>
                  </a:lnTo>
                  <a:lnTo>
                    <a:pt x="976" y="273"/>
                  </a:lnTo>
                  <a:lnTo>
                    <a:pt x="968" y="257"/>
                  </a:lnTo>
                  <a:lnTo>
                    <a:pt x="958" y="240"/>
                  </a:lnTo>
                  <a:lnTo>
                    <a:pt x="958" y="240"/>
                  </a:lnTo>
                  <a:lnTo>
                    <a:pt x="955" y="235"/>
                  </a:lnTo>
                  <a:lnTo>
                    <a:pt x="949" y="230"/>
                  </a:lnTo>
                  <a:lnTo>
                    <a:pt x="943" y="227"/>
                  </a:lnTo>
                  <a:lnTo>
                    <a:pt x="937" y="225"/>
                  </a:lnTo>
                  <a:lnTo>
                    <a:pt x="937" y="225"/>
                  </a:lnTo>
                  <a:lnTo>
                    <a:pt x="930" y="225"/>
                  </a:lnTo>
                  <a:lnTo>
                    <a:pt x="924" y="226"/>
                  </a:lnTo>
                  <a:lnTo>
                    <a:pt x="917" y="228"/>
                  </a:lnTo>
                  <a:lnTo>
                    <a:pt x="912" y="231"/>
                  </a:lnTo>
                  <a:lnTo>
                    <a:pt x="912" y="231"/>
                  </a:lnTo>
                  <a:lnTo>
                    <a:pt x="904" y="237"/>
                  </a:lnTo>
                  <a:lnTo>
                    <a:pt x="898" y="240"/>
                  </a:lnTo>
                  <a:lnTo>
                    <a:pt x="890" y="243"/>
                  </a:lnTo>
                  <a:lnTo>
                    <a:pt x="883" y="246"/>
                  </a:lnTo>
                  <a:lnTo>
                    <a:pt x="874" y="249"/>
                  </a:lnTo>
                  <a:lnTo>
                    <a:pt x="867" y="250"/>
                  </a:lnTo>
                  <a:lnTo>
                    <a:pt x="858" y="250"/>
                  </a:lnTo>
                  <a:lnTo>
                    <a:pt x="851" y="250"/>
                  </a:lnTo>
                  <a:lnTo>
                    <a:pt x="842" y="249"/>
                  </a:lnTo>
                  <a:lnTo>
                    <a:pt x="835" y="248"/>
                  </a:lnTo>
                  <a:lnTo>
                    <a:pt x="826" y="245"/>
                  </a:lnTo>
                  <a:lnTo>
                    <a:pt x="819" y="242"/>
                  </a:lnTo>
                  <a:lnTo>
                    <a:pt x="811" y="239"/>
                  </a:lnTo>
                  <a:lnTo>
                    <a:pt x="805" y="235"/>
                  </a:lnTo>
                  <a:lnTo>
                    <a:pt x="798" y="229"/>
                  </a:lnTo>
                  <a:lnTo>
                    <a:pt x="792" y="224"/>
                  </a:lnTo>
                  <a:lnTo>
                    <a:pt x="792" y="224"/>
                  </a:lnTo>
                  <a:lnTo>
                    <a:pt x="786" y="217"/>
                  </a:lnTo>
                  <a:lnTo>
                    <a:pt x="781" y="211"/>
                  </a:lnTo>
                  <a:lnTo>
                    <a:pt x="777" y="205"/>
                  </a:lnTo>
                  <a:lnTo>
                    <a:pt x="773" y="197"/>
                  </a:lnTo>
                  <a:lnTo>
                    <a:pt x="770" y="190"/>
                  </a:lnTo>
                  <a:lnTo>
                    <a:pt x="768" y="182"/>
                  </a:lnTo>
                  <a:lnTo>
                    <a:pt x="766" y="173"/>
                  </a:lnTo>
                  <a:lnTo>
                    <a:pt x="766" y="166"/>
                  </a:lnTo>
                  <a:lnTo>
                    <a:pt x="765" y="157"/>
                  </a:lnTo>
                  <a:lnTo>
                    <a:pt x="766" y="150"/>
                  </a:lnTo>
                  <a:lnTo>
                    <a:pt x="767" y="141"/>
                  </a:lnTo>
                  <a:lnTo>
                    <a:pt x="769" y="134"/>
                  </a:lnTo>
                  <a:lnTo>
                    <a:pt x="772" y="126"/>
                  </a:lnTo>
                  <a:lnTo>
                    <a:pt x="776" y="119"/>
                  </a:lnTo>
                  <a:lnTo>
                    <a:pt x="780" y="111"/>
                  </a:lnTo>
                  <a:lnTo>
                    <a:pt x="784" y="105"/>
                  </a:lnTo>
                  <a:lnTo>
                    <a:pt x="784" y="105"/>
                  </a:lnTo>
                  <a:lnTo>
                    <a:pt x="787" y="98"/>
                  </a:lnTo>
                  <a:lnTo>
                    <a:pt x="791" y="92"/>
                  </a:lnTo>
                  <a:lnTo>
                    <a:pt x="791" y="86"/>
                  </a:lnTo>
                  <a:lnTo>
                    <a:pt x="791" y="79"/>
                  </a:lnTo>
                  <a:lnTo>
                    <a:pt x="791" y="79"/>
                  </a:lnTo>
                  <a:lnTo>
                    <a:pt x="788" y="73"/>
                  </a:lnTo>
                  <a:lnTo>
                    <a:pt x="785" y="66"/>
                  </a:lnTo>
                  <a:lnTo>
                    <a:pt x="781" y="62"/>
                  </a:lnTo>
                  <a:lnTo>
                    <a:pt x="776" y="58"/>
                  </a:lnTo>
                  <a:lnTo>
                    <a:pt x="776" y="58"/>
                  </a:lnTo>
                  <a:lnTo>
                    <a:pt x="760" y="48"/>
                  </a:lnTo>
                  <a:lnTo>
                    <a:pt x="742" y="39"/>
                  </a:lnTo>
                  <a:lnTo>
                    <a:pt x="726" y="32"/>
                  </a:lnTo>
                  <a:lnTo>
                    <a:pt x="709" y="24"/>
                  </a:lnTo>
                  <a:lnTo>
                    <a:pt x="691" y="17"/>
                  </a:lnTo>
                  <a:lnTo>
                    <a:pt x="674" y="10"/>
                  </a:lnTo>
                  <a:lnTo>
                    <a:pt x="655" y="5"/>
                  </a:lnTo>
                  <a:lnTo>
                    <a:pt x="637" y="1"/>
                  </a:lnTo>
                  <a:lnTo>
                    <a:pt x="637" y="1"/>
                  </a:lnTo>
                  <a:lnTo>
                    <a:pt x="631" y="0"/>
                  </a:lnTo>
                  <a:lnTo>
                    <a:pt x="624" y="0"/>
                  </a:lnTo>
                  <a:lnTo>
                    <a:pt x="618" y="2"/>
                  </a:lnTo>
                  <a:lnTo>
                    <a:pt x="611" y="5"/>
                  </a:lnTo>
                  <a:lnTo>
                    <a:pt x="611" y="5"/>
                  </a:lnTo>
                  <a:lnTo>
                    <a:pt x="606" y="9"/>
                  </a:lnTo>
                  <a:lnTo>
                    <a:pt x="603" y="15"/>
                  </a:lnTo>
                  <a:lnTo>
                    <a:pt x="600" y="20"/>
                  </a:lnTo>
                  <a:lnTo>
                    <a:pt x="597" y="28"/>
                  </a:lnTo>
                  <a:lnTo>
                    <a:pt x="597" y="28"/>
                  </a:lnTo>
                  <a:lnTo>
                    <a:pt x="596" y="35"/>
                  </a:lnTo>
                  <a:lnTo>
                    <a:pt x="594" y="44"/>
                  </a:lnTo>
                  <a:lnTo>
                    <a:pt x="591" y="51"/>
                  </a:lnTo>
                  <a:lnTo>
                    <a:pt x="588" y="59"/>
                  </a:lnTo>
                  <a:lnTo>
                    <a:pt x="584" y="66"/>
                  </a:lnTo>
                  <a:lnTo>
                    <a:pt x="579" y="73"/>
                  </a:lnTo>
                  <a:lnTo>
                    <a:pt x="574" y="78"/>
                  </a:lnTo>
                  <a:lnTo>
                    <a:pt x="567" y="84"/>
                  </a:lnTo>
                  <a:lnTo>
                    <a:pt x="562" y="89"/>
                  </a:lnTo>
                  <a:lnTo>
                    <a:pt x="555" y="93"/>
                  </a:lnTo>
                  <a:lnTo>
                    <a:pt x="548" y="97"/>
                  </a:lnTo>
                  <a:lnTo>
                    <a:pt x="541" y="101"/>
                  </a:lnTo>
                  <a:lnTo>
                    <a:pt x="533" y="104"/>
                  </a:lnTo>
                  <a:lnTo>
                    <a:pt x="525" y="105"/>
                  </a:lnTo>
                  <a:lnTo>
                    <a:pt x="516" y="106"/>
                  </a:lnTo>
                  <a:lnTo>
                    <a:pt x="508" y="107"/>
                  </a:lnTo>
                  <a:lnTo>
                    <a:pt x="508" y="107"/>
                  </a:lnTo>
                  <a:lnTo>
                    <a:pt x="500" y="106"/>
                  </a:lnTo>
                  <a:lnTo>
                    <a:pt x="491" y="105"/>
                  </a:lnTo>
                  <a:lnTo>
                    <a:pt x="484" y="104"/>
                  </a:lnTo>
                  <a:lnTo>
                    <a:pt x="475" y="101"/>
                  </a:lnTo>
                  <a:lnTo>
                    <a:pt x="468" y="97"/>
                  </a:lnTo>
                  <a:lnTo>
                    <a:pt x="461" y="93"/>
                  </a:lnTo>
                  <a:lnTo>
                    <a:pt x="455" y="89"/>
                  </a:lnTo>
                  <a:lnTo>
                    <a:pt x="448" y="84"/>
                  </a:lnTo>
                  <a:lnTo>
                    <a:pt x="442" y="78"/>
                  </a:lnTo>
                  <a:lnTo>
                    <a:pt x="438" y="73"/>
                  </a:lnTo>
                  <a:lnTo>
                    <a:pt x="432" y="66"/>
                  </a:lnTo>
                  <a:lnTo>
                    <a:pt x="428" y="59"/>
                  </a:lnTo>
                  <a:lnTo>
                    <a:pt x="425" y="51"/>
                  </a:lnTo>
                  <a:lnTo>
                    <a:pt x="422" y="44"/>
                  </a:lnTo>
                  <a:lnTo>
                    <a:pt x="419" y="35"/>
                  </a:lnTo>
                  <a:lnTo>
                    <a:pt x="418" y="28"/>
                  </a:lnTo>
                  <a:lnTo>
                    <a:pt x="418" y="28"/>
                  </a:lnTo>
                  <a:lnTo>
                    <a:pt x="416" y="20"/>
                  </a:lnTo>
                  <a:lnTo>
                    <a:pt x="414" y="15"/>
                  </a:lnTo>
                  <a:lnTo>
                    <a:pt x="410" y="9"/>
                  </a:lnTo>
                  <a:lnTo>
                    <a:pt x="404" y="5"/>
                  </a:lnTo>
                  <a:lnTo>
                    <a:pt x="404" y="5"/>
                  </a:lnTo>
                  <a:lnTo>
                    <a:pt x="398" y="2"/>
                  </a:lnTo>
                  <a:lnTo>
                    <a:pt x="393" y="0"/>
                  </a:lnTo>
                  <a:lnTo>
                    <a:pt x="385" y="0"/>
                  </a:lnTo>
                  <a:lnTo>
                    <a:pt x="379" y="1"/>
                  </a:lnTo>
                  <a:lnTo>
                    <a:pt x="379" y="1"/>
                  </a:lnTo>
                  <a:lnTo>
                    <a:pt x="360" y="5"/>
                  </a:lnTo>
                  <a:lnTo>
                    <a:pt x="342" y="10"/>
                  </a:lnTo>
                  <a:lnTo>
                    <a:pt x="325" y="17"/>
                  </a:lnTo>
                  <a:lnTo>
                    <a:pt x="308" y="24"/>
                  </a:lnTo>
                  <a:lnTo>
                    <a:pt x="291" y="32"/>
                  </a:lnTo>
                  <a:lnTo>
                    <a:pt x="273" y="39"/>
                  </a:lnTo>
                  <a:lnTo>
                    <a:pt x="257" y="48"/>
                  </a:lnTo>
                  <a:lnTo>
                    <a:pt x="240" y="58"/>
                  </a:lnTo>
                  <a:lnTo>
                    <a:pt x="240" y="58"/>
                  </a:lnTo>
                  <a:lnTo>
                    <a:pt x="235" y="62"/>
                  </a:lnTo>
                  <a:lnTo>
                    <a:pt x="231" y="66"/>
                  </a:lnTo>
                  <a:lnTo>
                    <a:pt x="227" y="73"/>
                  </a:lnTo>
                  <a:lnTo>
                    <a:pt x="225" y="79"/>
                  </a:lnTo>
                  <a:lnTo>
                    <a:pt x="225" y="79"/>
                  </a:lnTo>
                  <a:lnTo>
                    <a:pt x="225" y="86"/>
                  </a:lnTo>
                  <a:lnTo>
                    <a:pt x="226" y="92"/>
                  </a:lnTo>
                  <a:lnTo>
                    <a:pt x="228" y="98"/>
                  </a:lnTo>
                  <a:lnTo>
                    <a:pt x="232" y="105"/>
                  </a:lnTo>
                  <a:lnTo>
                    <a:pt x="232" y="105"/>
                  </a:lnTo>
                  <a:lnTo>
                    <a:pt x="237" y="111"/>
                  </a:lnTo>
                  <a:lnTo>
                    <a:pt x="240" y="119"/>
                  </a:lnTo>
                  <a:lnTo>
                    <a:pt x="244" y="126"/>
                  </a:lnTo>
                  <a:lnTo>
                    <a:pt x="247" y="134"/>
                  </a:lnTo>
                  <a:lnTo>
                    <a:pt x="249" y="141"/>
                  </a:lnTo>
                  <a:lnTo>
                    <a:pt x="250" y="150"/>
                  </a:lnTo>
                  <a:lnTo>
                    <a:pt x="251" y="157"/>
                  </a:lnTo>
                  <a:lnTo>
                    <a:pt x="251" y="166"/>
                  </a:lnTo>
                  <a:lnTo>
                    <a:pt x="250" y="173"/>
                  </a:lnTo>
                  <a:lnTo>
                    <a:pt x="248" y="182"/>
                  </a:lnTo>
                  <a:lnTo>
                    <a:pt x="246" y="190"/>
                  </a:lnTo>
                  <a:lnTo>
                    <a:pt x="243" y="197"/>
                  </a:lnTo>
                  <a:lnTo>
                    <a:pt x="239" y="205"/>
                  </a:lnTo>
                  <a:lnTo>
                    <a:pt x="235" y="211"/>
                  </a:lnTo>
                  <a:lnTo>
                    <a:pt x="231" y="217"/>
                  </a:lnTo>
                  <a:lnTo>
                    <a:pt x="224" y="224"/>
                  </a:lnTo>
                  <a:lnTo>
                    <a:pt x="224" y="224"/>
                  </a:lnTo>
                  <a:lnTo>
                    <a:pt x="219" y="229"/>
                  </a:lnTo>
                  <a:lnTo>
                    <a:pt x="211" y="235"/>
                  </a:lnTo>
                  <a:lnTo>
                    <a:pt x="205" y="239"/>
                  </a:lnTo>
                  <a:lnTo>
                    <a:pt x="197" y="242"/>
                  </a:lnTo>
                  <a:lnTo>
                    <a:pt x="190" y="245"/>
                  </a:lnTo>
                  <a:lnTo>
                    <a:pt x="182" y="248"/>
                  </a:lnTo>
                  <a:lnTo>
                    <a:pt x="174" y="249"/>
                  </a:lnTo>
                  <a:lnTo>
                    <a:pt x="166" y="250"/>
                  </a:lnTo>
                  <a:lnTo>
                    <a:pt x="158" y="250"/>
                  </a:lnTo>
                  <a:lnTo>
                    <a:pt x="150" y="250"/>
                  </a:lnTo>
                  <a:lnTo>
                    <a:pt x="141" y="249"/>
                  </a:lnTo>
                  <a:lnTo>
                    <a:pt x="134" y="246"/>
                  </a:lnTo>
                  <a:lnTo>
                    <a:pt x="125" y="243"/>
                  </a:lnTo>
                  <a:lnTo>
                    <a:pt x="118" y="240"/>
                  </a:lnTo>
                  <a:lnTo>
                    <a:pt x="111" y="237"/>
                  </a:lnTo>
                  <a:lnTo>
                    <a:pt x="104" y="231"/>
                  </a:lnTo>
                  <a:lnTo>
                    <a:pt x="104" y="231"/>
                  </a:lnTo>
                  <a:lnTo>
                    <a:pt x="99" y="228"/>
                  </a:lnTo>
                  <a:lnTo>
                    <a:pt x="92" y="226"/>
                  </a:lnTo>
                  <a:lnTo>
                    <a:pt x="86" y="225"/>
                  </a:lnTo>
                  <a:lnTo>
                    <a:pt x="79" y="225"/>
                  </a:lnTo>
                  <a:lnTo>
                    <a:pt x="79" y="225"/>
                  </a:lnTo>
                  <a:lnTo>
                    <a:pt x="73" y="227"/>
                  </a:lnTo>
                  <a:lnTo>
                    <a:pt x="66" y="230"/>
                  </a:lnTo>
                  <a:lnTo>
                    <a:pt x="62" y="235"/>
                  </a:lnTo>
                  <a:lnTo>
                    <a:pt x="58" y="240"/>
                  </a:lnTo>
                  <a:lnTo>
                    <a:pt x="58" y="240"/>
                  </a:lnTo>
                  <a:lnTo>
                    <a:pt x="48" y="257"/>
                  </a:lnTo>
                  <a:lnTo>
                    <a:pt x="40" y="273"/>
                  </a:lnTo>
                  <a:lnTo>
                    <a:pt x="32" y="290"/>
                  </a:lnTo>
                  <a:lnTo>
                    <a:pt x="25" y="308"/>
                  </a:lnTo>
                  <a:lnTo>
                    <a:pt x="17" y="325"/>
                  </a:lnTo>
                  <a:lnTo>
                    <a:pt x="11" y="343"/>
                  </a:lnTo>
                  <a:lnTo>
                    <a:pt x="5" y="360"/>
                  </a:lnTo>
                  <a:lnTo>
                    <a:pt x="1" y="378"/>
                  </a:lnTo>
                  <a:lnTo>
                    <a:pt x="1" y="378"/>
                  </a:lnTo>
                  <a:lnTo>
                    <a:pt x="0" y="385"/>
                  </a:lnTo>
                  <a:lnTo>
                    <a:pt x="0" y="392"/>
                  </a:lnTo>
                  <a:lnTo>
                    <a:pt x="2" y="399"/>
                  </a:lnTo>
                  <a:lnTo>
                    <a:pt x="5" y="404"/>
                  </a:lnTo>
                  <a:lnTo>
                    <a:pt x="5" y="404"/>
                  </a:lnTo>
                  <a:lnTo>
                    <a:pt x="10" y="410"/>
                  </a:lnTo>
                  <a:lnTo>
                    <a:pt x="15" y="414"/>
                  </a:lnTo>
                  <a:lnTo>
                    <a:pt x="20" y="416"/>
                  </a:lnTo>
                  <a:lnTo>
                    <a:pt x="28" y="418"/>
                  </a:lnTo>
                  <a:lnTo>
                    <a:pt x="28" y="418"/>
                  </a:lnTo>
                  <a:lnTo>
                    <a:pt x="35" y="419"/>
                  </a:lnTo>
                  <a:lnTo>
                    <a:pt x="44" y="421"/>
                  </a:lnTo>
                  <a:lnTo>
                    <a:pt x="51" y="425"/>
                  </a:lnTo>
                  <a:lnTo>
                    <a:pt x="59" y="428"/>
                  </a:lnTo>
                  <a:lnTo>
                    <a:pt x="66" y="432"/>
                  </a:lnTo>
                  <a:lnTo>
                    <a:pt x="73" y="437"/>
                  </a:lnTo>
                  <a:lnTo>
                    <a:pt x="78" y="442"/>
                  </a:lnTo>
                  <a:lnTo>
                    <a:pt x="85" y="448"/>
                  </a:lnTo>
                  <a:lnTo>
                    <a:pt x="89" y="455"/>
                  </a:lnTo>
                  <a:lnTo>
                    <a:pt x="93" y="461"/>
                  </a:lnTo>
                  <a:lnTo>
                    <a:pt x="97" y="469"/>
                  </a:lnTo>
                  <a:lnTo>
                    <a:pt x="101" y="475"/>
                  </a:lnTo>
                  <a:lnTo>
                    <a:pt x="104" y="484"/>
                  </a:lnTo>
                  <a:lnTo>
                    <a:pt x="105" y="491"/>
                  </a:lnTo>
                  <a:lnTo>
                    <a:pt x="106" y="500"/>
                  </a:lnTo>
                  <a:lnTo>
                    <a:pt x="107" y="508"/>
                  </a:lnTo>
                  <a:lnTo>
                    <a:pt x="107" y="508"/>
                  </a:lnTo>
                  <a:lnTo>
                    <a:pt x="106" y="517"/>
                  </a:lnTo>
                  <a:lnTo>
                    <a:pt x="105" y="524"/>
                  </a:lnTo>
                  <a:lnTo>
                    <a:pt x="104" y="533"/>
                  </a:lnTo>
                  <a:lnTo>
                    <a:pt x="101" y="540"/>
                  </a:lnTo>
                  <a:lnTo>
                    <a:pt x="97" y="548"/>
                  </a:lnTo>
                  <a:lnTo>
                    <a:pt x="93" y="554"/>
                  </a:lnTo>
                  <a:lnTo>
                    <a:pt x="89" y="562"/>
                  </a:lnTo>
                  <a:lnTo>
                    <a:pt x="85" y="567"/>
                  </a:lnTo>
                  <a:lnTo>
                    <a:pt x="78" y="574"/>
                  </a:lnTo>
                  <a:lnTo>
                    <a:pt x="73" y="579"/>
                  </a:lnTo>
                  <a:lnTo>
                    <a:pt x="66" y="583"/>
                  </a:lnTo>
                  <a:lnTo>
                    <a:pt x="59" y="588"/>
                  </a:lnTo>
                  <a:lnTo>
                    <a:pt x="51" y="591"/>
                  </a:lnTo>
                  <a:lnTo>
                    <a:pt x="44" y="594"/>
                  </a:lnTo>
                  <a:lnTo>
                    <a:pt x="35" y="596"/>
                  </a:lnTo>
                  <a:lnTo>
                    <a:pt x="28" y="598"/>
                  </a:lnTo>
                  <a:lnTo>
                    <a:pt x="28" y="598"/>
                  </a:lnTo>
                  <a:lnTo>
                    <a:pt x="20" y="599"/>
                  </a:lnTo>
                  <a:lnTo>
                    <a:pt x="15" y="603"/>
                  </a:lnTo>
                  <a:lnTo>
                    <a:pt x="10" y="606"/>
                  </a:lnTo>
                  <a:lnTo>
                    <a:pt x="5" y="611"/>
                  </a:lnTo>
                  <a:lnTo>
                    <a:pt x="5" y="611"/>
                  </a:lnTo>
                  <a:lnTo>
                    <a:pt x="2" y="618"/>
                  </a:lnTo>
                  <a:lnTo>
                    <a:pt x="0" y="624"/>
                  </a:lnTo>
                  <a:lnTo>
                    <a:pt x="0" y="631"/>
                  </a:lnTo>
                  <a:lnTo>
                    <a:pt x="1" y="637"/>
                  </a:lnTo>
                  <a:lnTo>
                    <a:pt x="1" y="637"/>
                  </a:lnTo>
                  <a:lnTo>
                    <a:pt x="5" y="655"/>
                  </a:lnTo>
                  <a:lnTo>
                    <a:pt x="11" y="673"/>
                  </a:lnTo>
                  <a:lnTo>
                    <a:pt x="17" y="691"/>
                  </a:lnTo>
                  <a:lnTo>
                    <a:pt x="25" y="708"/>
                  </a:lnTo>
                  <a:lnTo>
                    <a:pt x="32" y="725"/>
                  </a:lnTo>
                  <a:lnTo>
                    <a:pt x="40" y="742"/>
                  </a:lnTo>
                  <a:lnTo>
                    <a:pt x="48" y="759"/>
                  </a:lnTo>
                  <a:lnTo>
                    <a:pt x="58" y="775"/>
                  </a:lnTo>
                  <a:lnTo>
                    <a:pt x="58" y="775"/>
                  </a:lnTo>
                  <a:lnTo>
                    <a:pt x="62" y="781"/>
                  </a:lnTo>
                  <a:lnTo>
                    <a:pt x="66" y="785"/>
                  </a:lnTo>
                  <a:lnTo>
                    <a:pt x="73" y="788"/>
                  </a:lnTo>
                  <a:lnTo>
                    <a:pt x="79" y="790"/>
                  </a:lnTo>
                  <a:lnTo>
                    <a:pt x="79" y="790"/>
                  </a:lnTo>
                  <a:lnTo>
                    <a:pt x="86" y="790"/>
                  </a:lnTo>
                  <a:lnTo>
                    <a:pt x="92" y="790"/>
                  </a:lnTo>
                  <a:lnTo>
                    <a:pt x="99" y="788"/>
                  </a:lnTo>
                  <a:lnTo>
                    <a:pt x="104" y="784"/>
                  </a:lnTo>
                  <a:lnTo>
                    <a:pt x="104" y="784"/>
                  </a:lnTo>
                  <a:lnTo>
                    <a:pt x="111" y="780"/>
                  </a:lnTo>
                  <a:lnTo>
                    <a:pt x="118" y="775"/>
                  </a:lnTo>
                  <a:lnTo>
                    <a:pt x="125" y="772"/>
                  </a:lnTo>
                  <a:lnTo>
                    <a:pt x="134" y="770"/>
                  </a:lnTo>
                  <a:lnTo>
                    <a:pt x="141" y="768"/>
                  </a:lnTo>
                  <a:lnTo>
                    <a:pt x="150" y="767"/>
                  </a:lnTo>
                  <a:lnTo>
                    <a:pt x="158" y="766"/>
                  </a:lnTo>
                  <a:lnTo>
                    <a:pt x="166" y="766"/>
                  </a:lnTo>
                  <a:lnTo>
                    <a:pt x="174" y="767"/>
                  </a:lnTo>
                  <a:lnTo>
                    <a:pt x="182" y="768"/>
                  </a:lnTo>
                  <a:lnTo>
                    <a:pt x="190" y="770"/>
                  </a:lnTo>
                  <a:lnTo>
                    <a:pt x="197" y="773"/>
                  </a:lnTo>
                  <a:lnTo>
                    <a:pt x="205" y="776"/>
                  </a:lnTo>
                  <a:lnTo>
                    <a:pt x="211" y="781"/>
                  </a:lnTo>
                  <a:lnTo>
                    <a:pt x="219" y="786"/>
                  </a:lnTo>
                  <a:lnTo>
                    <a:pt x="224" y="791"/>
                  </a:lnTo>
                  <a:lnTo>
                    <a:pt x="224" y="791"/>
                  </a:lnTo>
                  <a:lnTo>
                    <a:pt x="231" y="798"/>
                  </a:lnTo>
                  <a:lnTo>
                    <a:pt x="235" y="804"/>
                  </a:lnTo>
                  <a:lnTo>
                    <a:pt x="239" y="812"/>
                  </a:lnTo>
                  <a:lnTo>
                    <a:pt x="243" y="818"/>
                  </a:lnTo>
                  <a:lnTo>
                    <a:pt x="246" y="826"/>
                  </a:lnTo>
                  <a:lnTo>
                    <a:pt x="248" y="834"/>
                  </a:lnTo>
                  <a:lnTo>
                    <a:pt x="250" y="842"/>
                  </a:lnTo>
                  <a:lnTo>
                    <a:pt x="251" y="849"/>
                  </a:lnTo>
                  <a:lnTo>
                    <a:pt x="251" y="858"/>
                  </a:lnTo>
                  <a:lnTo>
                    <a:pt x="250" y="866"/>
                  </a:lnTo>
                  <a:lnTo>
                    <a:pt x="249" y="874"/>
                  </a:lnTo>
                  <a:lnTo>
                    <a:pt x="247" y="882"/>
                  </a:lnTo>
                  <a:lnTo>
                    <a:pt x="244" y="890"/>
                  </a:lnTo>
                  <a:lnTo>
                    <a:pt x="240" y="898"/>
                  </a:lnTo>
                  <a:lnTo>
                    <a:pt x="237" y="904"/>
                  </a:lnTo>
                  <a:lnTo>
                    <a:pt x="232" y="912"/>
                  </a:lnTo>
                  <a:lnTo>
                    <a:pt x="232" y="912"/>
                  </a:lnTo>
                  <a:lnTo>
                    <a:pt x="228" y="917"/>
                  </a:lnTo>
                  <a:lnTo>
                    <a:pt x="226" y="923"/>
                  </a:lnTo>
                  <a:lnTo>
                    <a:pt x="225" y="930"/>
                  </a:lnTo>
                  <a:lnTo>
                    <a:pt x="225" y="936"/>
                  </a:lnTo>
                  <a:lnTo>
                    <a:pt x="225" y="936"/>
                  </a:lnTo>
                  <a:lnTo>
                    <a:pt x="227" y="943"/>
                  </a:lnTo>
                  <a:lnTo>
                    <a:pt x="231" y="949"/>
                  </a:lnTo>
                  <a:lnTo>
                    <a:pt x="235" y="955"/>
                  </a:lnTo>
                  <a:lnTo>
                    <a:pt x="240" y="958"/>
                  </a:lnTo>
                  <a:lnTo>
                    <a:pt x="240" y="958"/>
                  </a:lnTo>
                  <a:lnTo>
                    <a:pt x="257" y="967"/>
                  </a:lnTo>
                  <a:lnTo>
                    <a:pt x="273" y="976"/>
                  </a:lnTo>
                  <a:lnTo>
                    <a:pt x="291" y="985"/>
                  </a:lnTo>
                  <a:lnTo>
                    <a:pt x="308" y="992"/>
                  </a:lnTo>
                  <a:lnTo>
                    <a:pt x="325" y="999"/>
                  </a:lnTo>
                  <a:lnTo>
                    <a:pt x="342" y="1005"/>
                  </a:lnTo>
                  <a:lnTo>
                    <a:pt x="360" y="1010"/>
                  </a:lnTo>
                  <a:lnTo>
                    <a:pt x="379" y="1016"/>
                  </a:lnTo>
                  <a:lnTo>
                    <a:pt x="379" y="1016"/>
                  </a:lnTo>
                  <a:lnTo>
                    <a:pt x="386" y="1017"/>
                  </a:lnTo>
                  <a:lnTo>
                    <a:pt x="386" y="1017"/>
                  </a:lnTo>
                  <a:lnTo>
                    <a:pt x="391" y="1016"/>
                  </a:lnTo>
                  <a:lnTo>
                    <a:pt x="396" y="1015"/>
                  </a:lnTo>
                  <a:lnTo>
                    <a:pt x="400" y="1014"/>
                  </a:lnTo>
                  <a:lnTo>
                    <a:pt x="404" y="1010"/>
                  </a:lnTo>
                  <a:lnTo>
                    <a:pt x="404" y="1010"/>
                  </a:lnTo>
                  <a:lnTo>
                    <a:pt x="410" y="1006"/>
                  </a:lnTo>
                  <a:lnTo>
                    <a:pt x="414" y="1001"/>
                  </a:lnTo>
                  <a:lnTo>
                    <a:pt x="416" y="995"/>
                  </a:lnTo>
                  <a:lnTo>
                    <a:pt x="418" y="989"/>
                  </a:lnTo>
                  <a:lnTo>
                    <a:pt x="418" y="989"/>
                  </a:lnTo>
                  <a:lnTo>
                    <a:pt x="419" y="980"/>
                  </a:lnTo>
                  <a:lnTo>
                    <a:pt x="422" y="972"/>
                  </a:lnTo>
                  <a:lnTo>
                    <a:pt x="425" y="964"/>
                  </a:lnTo>
                  <a:lnTo>
                    <a:pt x="428" y="957"/>
                  </a:lnTo>
                  <a:lnTo>
                    <a:pt x="432" y="950"/>
                  </a:lnTo>
                  <a:lnTo>
                    <a:pt x="438" y="944"/>
                  </a:lnTo>
                  <a:lnTo>
                    <a:pt x="442" y="937"/>
                  </a:lnTo>
                  <a:lnTo>
                    <a:pt x="448" y="932"/>
                  </a:lnTo>
                  <a:lnTo>
                    <a:pt x="455" y="927"/>
                  </a:lnTo>
                  <a:lnTo>
                    <a:pt x="461" y="922"/>
                  </a:lnTo>
                  <a:lnTo>
                    <a:pt x="468" y="918"/>
                  </a:lnTo>
                  <a:lnTo>
                    <a:pt x="475" y="915"/>
                  </a:lnTo>
                  <a:lnTo>
                    <a:pt x="484" y="913"/>
                  </a:lnTo>
                  <a:lnTo>
                    <a:pt x="491" y="911"/>
                  </a:lnTo>
                  <a:lnTo>
                    <a:pt x="500" y="910"/>
                  </a:lnTo>
                  <a:lnTo>
                    <a:pt x="508" y="910"/>
                  </a:lnTo>
                  <a:lnTo>
                    <a:pt x="508" y="910"/>
                  </a:lnTo>
                  <a:lnTo>
                    <a:pt x="516" y="910"/>
                  </a:lnTo>
                  <a:lnTo>
                    <a:pt x="525" y="911"/>
                  </a:lnTo>
                  <a:lnTo>
                    <a:pt x="533" y="913"/>
                  </a:lnTo>
                  <a:lnTo>
                    <a:pt x="541" y="915"/>
                  </a:lnTo>
                  <a:lnTo>
                    <a:pt x="548" y="918"/>
                  </a:lnTo>
                  <a:lnTo>
                    <a:pt x="555" y="922"/>
                  </a:lnTo>
                  <a:lnTo>
                    <a:pt x="562" y="927"/>
                  </a:lnTo>
                  <a:lnTo>
                    <a:pt x="567" y="932"/>
                  </a:lnTo>
                  <a:lnTo>
                    <a:pt x="574" y="937"/>
                  </a:lnTo>
                  <a:lnTo>
                    <a:pt x="579" y="944"/>
                  </a:lnTo>
                  <a:lnTo>
                    <a:pt x="584" y="950"/>
                  </a:lnTo>
                  <a:lnTo>
                    <a:pt x="588" y="957"/>
                  </a:lnTo>
                  <a:lnTo>
                    <a:pt x="591" y="964"/>
                  </a:lnTo>
                  <a:lnTo>
                    <a:pt x="594" y="972"/>
                  </a:lnTo>
                  <a:lnTo>
                    <a:pt x="596" y="980"/>
                  </a:lnTo>
                  <a:lnTo>
                    <a:pt x="597" y="989"/>
                  </a:lnTo>
                  <a:lnTo>
                    <a:pt x="597" y="989"/>
                  </a:lnTo>
                  <a:lnTo>
                    <a:pt x="600" y="995"/>
                  </a:lnTo>
                  <a:lnTo>
                    <a:pt x="603" y="1001"/>
                  </a:lnTo>
                  <a:lnTo>
                    <a:pt x="606" y="1006"/>
                  </a:lnTo>
                  <a:lnTo>
                    <a:pt x="611" y="1010"/>
                  </a:lnTo>
                  <a:lnTo>
                    <a:pt x="611" y="1010"/>
                  </a:lnTo>
                  <a:lnTo>
                    <a:pt x="618" y="1014"/>
                  </a:lnTo>
                  <a:lnTo>
                    <a:pt x="624" y="1016"/>
                  </a:lnTo>
                  <a:lnTo>
                    <a:pt x="631" y="1017"/>
                  </a:lnTo>
                  <a:lnTo>
                    <a:pt x="637" y="1016"/>
                  </a:lnTo>
                  <a:lnTo>
                    <a:pt x="637" y="1016"/>
                  </a:lnTo>
                  <a:lnTo>
                    <a:pt x="655" y="1010"/>
                  </a:lnTo>
                  <a:lnTo>
                    <a:pt x="674" y="1005"/>
                  </a:lnTo>
                  <a:lnTo>
                    <a:pt x="691" y="999"/>
                  </a:lnTo>
                  <a:lnTo>
                    <a:pt x="708" y="992"/>
                  </a:lnTo>
                  <a:lnTo>
                    <a:pt x="725" y="985"/>
                  </a:lnTo>
                  <a:lnTo>
                    <a:pt x="742" y="976"/>
                  </a:lnTo>
                  <a:lnTo>
                    <a:pt x="760" y="967"/>
                  </a:lnTo>
                  <a:lnTo>
                    <a:pt x="776" y="958"/>
                  </a:lnTo>
                  <a:lnTo>
                    <a:pt x="776" y="958"/>
                  </a:lnTo>
                  <a:lnTo>
                    <a:pt x="781" y="955"/>
                  </a:lnTo>
                  <a:lnTo>
                    <a:pt x="785" y="949"/>
                  </a:lnTo>
                  <a:lnTo>
                    <a:pt x="788" y="944"/>
                  </a:lnTo>
                  <a:lnTo>
                    <a:pt x="791" y="936"/>
                  </a:lnTo>
                  <a:lnTo>
                    <a:pt x="791" y="936"/>
                  </a:lnTo>
                  <a:lnTo>
                    <a:pt x="791" y="930"/>
                  </a:lnTo>
                  <a:lnTo>
                    <a:pt x="791" y="923"/>
                  </a:lnTo>
                  <a:lnTo>
                    <a:pt x="787" y="917"/>
                  </a:lnTo>
                  <a:lnTo>
                    <a:pt x="784" y="912"/>
                  </a:lnTo>
                  <a:lnTo>
                    <a:pt x="784" y="912"/>
                  </a:lnTo>
                  <a:lnTo>
                    <a:pt x="780" y="904"/>
                  </a:lnTo>
                  <a:lnTo>
                    <a:pt x="776" y="898"/>
                  </a:lnTo>
                  <a:lnTo>
                    <a:pt x="772" y="890"/>
                  </a:lnTo>
                  <a:lnTo>
                    <a:pt x="769" y="882"/>
                  </a:lnTo>
                  <a:lnTo>
                    <a:pt x="767" y="874"/>
                  </a:lnTo>
                  <a:lnTo>
                    <a:pt x="766" y="866"/>
                  </a:lnTo>
                  <a:lnTo>
                    <a:pt x="765" y="858"/>
                  </a:lnTo>
                  <a:lnTo>
                    <a:pt x="766" y="849"/>
                  </a:lnTo>
                  <a:lnTo>
                    <a:pt x="766" y="842"/>
                  </a:lnTo>
                  <a:lnTo>
                    <a:pt x="768" y="834"/>
                  </a:lnTo>
                  <a:lnTo>
                    <a:pt x="770" y="826"/>
                  </a:lnTo>
                  <a:lnTo>
                    <a:pt x="773" y="818"/>
                  </a:lnTo>
                  <a:lnTo>
                    <a:pt x="777" y="812"/>
                  </a:lnTo>
                  <a:lnTo>
                    <a:pt x="781" y="804"/>
                  </a:lnTo>
                  <a:lnTo>
                    <a:pt x="786" y="798"/>
                  </a:lnTo>
                  <a:lnTo>
                    <a:pt x="792" y="791"/>
                  </a:lnTo>
                  <a:lnTo>
                    <a:pt x="792" y="791"/>
                  </a:lnTo>
                  <a:lnTo>
                    <a:pt x="798" y="786"/>
                  </a:lnTo>
                  <a:lnTo>
                    <a:pt x="805" y="781"/>
                  </a:lnTo>
                  <a:lnTo>
                    <a:pt x="811" y="776"/>
                  </a:lnTo>
                  <a:lnTo>
                    <a:pt x="819" y="773"/>
                  </a:lnTo>
                  <a:lnTo>
                    <a:pt x="826" y="770"/>
                  </a:lnTo>
                  <a:lnTo>
                    <a:pt x="835" y="768"/>
                  </a:lnTo>
                  <a:lnTo>
                    <a:pt x="842" y="767"/>
                  </a:lnTo>
                  <a:lnTo>
                    <a:pt x="851" y="766"/>
                  </a:lnTo>
                  <a:lnTo>
                    <a:pt x="858" y="766"/>
                  </a:lnTo>
                  <a:lnTo>
                    <a:pt x="867" y="767"/>
                  </a:lnTo>
                  <a:lnTo>
                    <a:pt x="874" y="768"/>
                  </a:lnTo>
                  <a:lnTo>
                    <a:pt x="883" y="770"/>
                  </a:lnTo>
                  <a:lnTo>
                    <a:pt x="890" y="772"/>
                  </a:lnTo>
                  <a:lnTo>
                    <a:pt x="898" y="775"/>
                  </a:lnTo>
                  <a:lnTo>
                    <a:pt x="904" y="780"/>
                  </a:lnTo>
                  <a:lnTo>
                    <a:pt x="912" y="784"/>
                  </a:lnTo>
                  <a:lnTo>
                    <a:pt x="912" y="784"/>
                  </a:lnTo>
                  <a:lnTo>
                    <a:pt x="917" y="788"/>
                  </a:lnTo>
                  <a:lnTo>
                    <a:pt x="924" y="790"/>
                  </a:lnTo>
                  <a:lnTo>
                    <a:pt x="930" y="790"/>
                  </a:lnTo>
                  <a:lnTo>
                    <a:pt x="937" y="790"/>
                  </a:lnTo>
                  <a:lnTo>
                    <a:pt x="937" y="790"/>
                  </a:lnTo>
                  <a:lnTo>
                    <a:pt x="943" y="788"/>
                  </a:lnTo>
                  <a:lnTo>
                    <a:pt x="949" y="785"/>
                  </a:lnTo>
                  <a:lnTo>
                    <a:pt x="955" y="781"/>
                  </a:lnTo>
                  <a:lnTo>
                    <a:pt x="958" y="775"/>
                  </a:lnTo>
                  <a:lnTo>
                    <a:pt x="958" y="775"/>
                  </a:lnTo>
                  <a:lnTo>
                    <a:pt x="968" y="759"/>
                  </a:lnTo>
                  <a:lnTo>
                    <a:pt x="976" y="742"/>
                  </a:lnTo>
                  <a:lnTo>
                    <a:pt x="985" y="725"/>
                  </a:lnTo>
                  <a:lnTo>
                    <a:pt x="992" y="708"/>
                  </a:lnTo>
                  <a:lnTo>
                    <a:pt x="999" y="691"/>
                  </a:lnTo>
                  <a:lnTo>
                    <a:pt x="1005" y="673"/>
                  </a:lnTo>
                  <a:lnTo>
                    <a:pt x="1011" y="655"/>
                  </a:lnTo>
                  <a:lnTo>
                    <a:pt x="1016" y="637"/>
                  </a:lnTo>
                  <a:lnTo>
                    <a:pt x="1016" y="637"/>
                  </a:lnTo>
                  <a:lnTo>
                    <a:pt x="1017" y="631"/>
                  </a:lnTo>
                  <a:lnTo>
                    <a:pt x="1016" y="624"/>
                  </a:lnTo>
                  <a:lnTo>
                    <a:pt x="1014" y="618"/>
                  </a:lnTo>
                  <a:lnTo>
                    <a:pt x="1011" y="611"/>
                  </a:lnTo>
                  <a:lnTo>
                    <a:pt x="1011" y="611"/>
                  </a:lnTo>
                  <a:lnTo>
                    <a:pt x="1006" y="606"/>
                  </a:lnTo>
                  <a:lnTo>
                    <a:pt x="1001" y="603"/>
                  </a:lnTo>
                  <a:lnTo>
                    <a:pt x="996" y="599"/>
                  </a:lnTo>
                  <a:lnTo>
                    <a:pt x="989" y="598"/>
                  </a:lnTo>
                  <a:lnTo>
                    <a:pt x="989" y="598"/>
                  </a:lnTo>
                  <a:close/>
                  <a:moveTo>
                    <a:pt x="919" y="715"/>
                  </a:moveTo>
                  <a:lnTo>
                    <a:pt x="919" y="715"/>
                  </a:lnTo>
                  <a:lnTo>
                    <a:pt x="908" y="711"/>
                  </a:lnTo>
                  <a:lnTo>
                    <a:pt x="897" y="707"/>
                  </a:lnTo>
                  <a:lnTo>
                    <a:pt x="885" y="705"/>
                  </a:lnTo>
                  <a:lnTo>
                    <a:pt x="874" y="702"/>
                  </a:lnTo>
                  <a:lnTo>
                    <a:pt x="863" y="702"/>
                  </a:lnTo>
                  <a:lnTo>
                    <a:pt x="851" y="702"/>
                  </a:lnTo>
                  <a:lnTo>
                    <a:pt x="840" y="702"/>
                  </a:lnTo>
                  <a:lnTo>
                    <a:pt x="828" y="705"/>
                  </a:lnTo>
                  <a:lnTo>
                    <a:pt x="816" y="707"/>
                  </a:lnTo>
                  <a:lnTo>
                    <a:pt x="806" y="710"/>
                  </a:lnTo>
                  <a:lnTo>
                    <a:pt x="795" y="714"/>
                  </a:lnTo>
                  <a:lnTo>
                    <a:pt x="784" y="720"/>
                  </a:lnTo>
                  <a:lnTo>
                    <a:pt x="775" y="725"/>
                  </a:lnTo>
                  <a:lnTo>
                    <a:pt x="765" y="731"/>
                  </a:lnTo>
                  <a:lnTo>
                    <a:pt x="755" y="739"/>
                  </a:lnTo>
                  <a:lnTo>
                    <a:pt x="747" y="746"/>
                  </a:lnTo>
                  <a:lnTo>
                    <a:pt x="747" y="746"/>
                  </a:lnTo>
                  <a:lnTo>
                    <a:pt x="738" y="755"/>
                  </a:lnTo>
                  <a:lnTo>
                    <a:pt x="732" y="765"/>
                  </a:lnTo>
                  <a:lnTo>
                    <a:pt x="724" y="774"/>
                  </a:lnTo>
                  <a:lnTo>
                    <a:pt x="719" y="785"/>
                  </a:lnTo>
                  <a:lnTo>
                    <a:pt x="714" y="796"/>
                  </a:lnTo>
                  <a:lnTo>
                    <a:pt x="710" y="807"/>
                  </a:lnTo>
                  <a:lnTo>
                    <a:pt x="707" y="817"/>
                  </a:lnTo>
                  <a:lnTo>
                    <a:pt x="704" y="828"/>
                  </a:lnTo>
                  <a:lnTo>
                    <a:pt x="703" y="840"/>
                  </a:lnTo>
                  <a:lnTo>
                    <a:pt x="702" y="852"/>
                  </a:lnTo>
                  <a:lnTo>
                    <a:pt x="702" y="862"/>
                  </a:lnTo>
                  <a:lnTo>
                    <a:pt x="703" y="874"/>
                  </a:lnTo>
                  <a:lnTo>
                    <a:pt x="705" y="886"/>
                  </a:lnTo>
                  <a:lnTo>
                    <a:pt x="707" y="897"/>
                  </a:lnTo>
                  <a:lnTo>
                    <a:pt x="711" y="907"/>
                  </a:lnTo>
                  <a:lnTo>
                    <a:pt x="716" y="919"/>
                  </a:lnTo>
                  <a:lnTo>
                    <a:pt x="716" y="919"/>
                  </a:lnTo>
                  <a:lnTo>
                    <a:pt x="684" y="933"/>
                  </a:lnTo>
                  <a:lnTo>
                    <a:pt x="652" y="945"/>
                  </a:lnTo>
                  <a:lnTo>
                    <a:pt x="652" y="945"/>
                  </a:lnTo>
                  <a:lnTo>
                    <a:pt x="648" y="934"/>
                  </a:lnTo>
                  <a:lnTo>
                    <a:pt x="643" y="923"/>
                  </a:lnTo>
                  <a:lnTo>
                    <a:pt x="636" y="914"/>
                  </a:lnTo>
                  <a:lnTo>
                    <a:pt x="630" y="904"/>
                  </a:lnTo>
                  <a:lnTo>
                    <a:pt x="622" y="896"/>
                  </a:lnTo>
                  <a:lnTo>
                    <a:pt x="614" y="888"/>
                  </a:lnTo>
                  <a:lnTo>
                    <a:pt x="605" y="881"/>
                  </a:lnTo>
                  <a:lnTo>
                    <a:pt x="596" y="873"/>
                  </a:lnTo>
                  <a:lnTo>
                    <a:pt x="587" y="867"/>
                  </a:lnTo>
                  <a:lnTo>
                    <a:pt x="576" y="861"/>
                  </a:lnTo>
                  <a:lnTo>
                    <a:pt x="565" y="857"/>
                  </a:lnTo>
                  <a:lnTo>
                    <a:pt x="555" y="853"/>
                  </a:lnTo>
                  <a:lnTo>
                    <a:pt x="544" y="849"/>
                  </a:lnTo>
                  <a:lnTo>
                    <a:pt x="532" y="847"/>
                  </a:lnTo>
                  <a:lnTo>
                    <a:pt x="520" y="846"/>
                  </a:lnTo>
                  <a:lnTo>
                    <a:pt x="508" y="845"/>
                  </a:lnTo>
                  <a:lnTo>
                    <a:pt x="508" y="845"/>
                  </a:lnTo>
                  <a:lnTo>
                    <a:pt x="496" y="846"/>
                  </a:lnTo>
                  <a:lnTo>
                    <a:pt x="484" y="847"/>
                  </a:lnTo>
                  <a:lnTo>
                    <a:pt x="473" y="849"/>
                  </a:lnTo>
                  <a:lnTo>
                    <a:pt x="461" y="853"/>
                  </a:lnTo>
                  <a:lnTo>
                    <a:pt x="450" y="857"/>
                  </a:lnTo>
                  <a:lnTo>
                    <a:pt x="440" y="861"/>
                  </a:lnTo>
                  <a:lnTo>
                    <a:pt x="430" y="867"/>
                  </a:lnTo>
                  <a:lnTo>
                    <a:pt x="420" y="873"/>
                  </a:lnTo>
                  <a:lnTo>
                    <a:pt x="411" y="881"/>
                  </a:lnTo>
                  <a:lnTo>
                    <a:pt x="402" y="888"/>
                  </a:lnTo>
                  <a:lnTo>
                    <a:pt x="395" y="896"/>
                  </a:lnTo>
                  <a:lnTo>
                    <a:pt x="387" y="904"/>
                  </a:lnTo>
                  <a:lnTo>
                    <a:pt x="380" y="914"/>
                  </a:lnTo>
                  <a:lnTo>
                    <a:pt x="374" y="923"/>
                  </a:lnTo>
                  <a:lnTo>
                    <a:pt x="369" y="934"/>
                  </a:lnTo>
                  <a:lnTo>
                    <a:pt x="364" y="945"/>
                  </a:lnTo>
                  <a:lnTo>
                    <a:pt x="364" y="945"/>
                  </a:lnTo>
                  <a:lnTo>
                    <a:pt x="331" y="933"/>
                  </a:lnTo>
                  <a:lnTo>
                    <a:pt x="301" y="919"/>
                  </a:lnTo>
                  <a:lnTo>
                    <a:pt x="301" y="919"/>
                  </a:lnTo>
                  <a:lnTo>
                    <a:pt x="306" y="907"/>
                  </a:lnTo>
                  <a:lnTo>
                    <a:pt x="309" y="897"/>
                  </a:lnTo>
                  <a:lnTo>
                    <a:pt x="311" y="886"/>
                  </a:lnTo>
                  <a:lnTo>
                    <a:pt x="313" y="874"/>
                  </a:lnTo>
                  <a:lnTo>
                    <a:pt x="314" y="862"/>
                  </a:lnTo>
                  <a:lnTo>
                    <a:pt x="314" y="852"/>
                  </a:lnTo>
                  <a:lnTo>
                    <a:pt x="313" y="840"/>
                  </a:lnTo>
                  <a:lnTo>
                    <a:pt x="312" y="828"/>
                  </a:lnTo>
                  <a:lnTo>
                    <a:pt x="310" y="817"/>
                  </a:lnTo>
                  <a:lnTo>
                    <a:pt x="307" y="807"/>
                  </a:lnTo>
                  <a:lnTo>
                    <a:pt x="302" y="796"/>
                  </a:lnTo>
                  <a:lnTo>
                    <a:pt x="297" y="785"/>
                  </a:lnTo>
                  <a:lnTo>
                    <a:pt x="292" y="774"/>
                  </a:lnTo>
                  <a:lnTo>
                    <a:pt x="285" y="765"/>
                  </a:lnTo>
                  <a:lnTo>
                    <a:pt x="278" y="755"/>
                  </a:lnTo>
                  <a:lnTo>
                    <a:pt x="269" y="746"/>
                  </a:lnTo>
                  <a:lnTo>
                    <a:pt x="269" y="746"/>
                  </a:lnTo>
                  <a:lnTo>
                    <a:pt x="258" y="737"/>
                  </a:lnTo>
                  <a:lnTo>
                    <a:pt x="246" y="727"/>
                  </a:lnTo>
                  <a:lnTo>
                    <a:pt x="233" y="720"/>
                  </a:lnTo>
                  <a:lnTo>
                    <a:pt x="220" y="713"/>
                  </a:lnTo>
                  <a:lnTo>
                    <a:pt x="206" y="708"/>
                  </a:lnTo>
                  <a:lnTo>
                    <a:pt x="191" y="705"/>
                  </a:lnTo>
                  <a:lnTo>
                    <a:pt x="176" y="702"/>
                  </a:lnTo>
                  <a:lnTo>
                    <a:pt x="161" y="701"/>
                  </a:lnTo>
                  <a:lnTo>
                    <a:pt x="161" y="701"/>
                  </a:lnTo>
                  <a:lnTo>
                    <a:pt x="145" y="702"/>
                  </a:lnTo>
                  <a:lnTo>
                    <a:pt x="128" y="705"/>
                  </a:lnTo>
                  <a:lnTo>
                    <a:pt x="113" y="709"/>
                  </a:lnTo>
                  <a:lnTo>
                    <a:pt x="97" y="715"/>
                  </a:lnTo>
                  <a:lnTo>
                    <a:pt x="97" y="715"/>
                  </a:lnTo>
                  <a:lnTo>
                    <a:pt x="90" y="699"/>
                  </a:lnTo>
                  <a:lnTo>
                    <a:pt x="82" y="684"/>
                  </a:lnTo>
                  <a:lnTo>
                    <a:pt x="71" y="652"/>
                  </a:lnTo>
                  <a:lnTo>
                    <a:pt x="71" y="652"/>
                  </a:lnTo>
                  <a:lnTo>
                    <a:pt x="81" y="648"/>
                  </a:lnTo>
                  <a:lnTo>
                    <a:pt x="92" y="642"/>
                  </a:lnTo>
                  <a:lnTo>
                    <a:pt x="102" y="636"/>
                  </a:lnTo>
                  <a:lnTo>
                    <a:pt x="111" y="629"/>
                  </a:lnTo>
                  <a:lnTo>
                    <a:pt x="120" y="622"/>
                  </a:lnTo>
                  <a:lnTo>
                    <a:pt x="129" y="613"/>
                  </a:lnTo>
                  <a:lnTo>
                    <a:pt x="136" y="605"/>
                  </a:lnTo>
                  <a:lnTo>
                    <a:pt x="143" y="596"/>
                  </a:lnTo>
                  <a:lnTo>
                    <a:pt x="149" y="587"/>
                  </a:lnTo>
                  <a:lnTo>
                    <a:pt x="154" y="576"/>
                  </a:lnTo>
                  <a:lnTo>
                    <a:pt x="160" y="565"/>
                  </a:lnTo>
                  <a:lnTo>
                    <a:pt x="163" y="554"/>
                  </a:lnTo>
                  <a:lnTo>
                    <a:pt x="166" y="544"/>
                  </a:lnTo>
                  <a:lnTo>
                    <a:pt x="168" y="532"/>
                  </a:lnTo>
                  <a:lnTo>
                    <a:pt x="170" y="520"/>
                  </a:lnTo>
                  <a:lnTo>
                    <a:pt x="170" y="508"/>
                  </a:lnTo>
                  <a:lnTo>
                    <a:pt x="170" y="508"/>
                  </a:lnTo>
                  <a:lnTo>
                    <a:pt x="170" y="495"/>
                  </a:lnTo>
                  <a:lnTo>
                    <a:pt x="168" y="484"/>
                  </a:lnTo>
                  <a:lnTo>
                    <a:pt x="166" y="473"/>
                  </a:lnTo>
                  <a:lnTo>
                    <a:pt x="163" y="461"/>
                  </a:lnTo>
                  <a:lnTo>
                    <a:pt x="160" y="450"/>
                  </a:lnTo>
                  <a:lnTo>
                    <a:pt x="154" y="440"/>
                  </a:lnTo>
                  <a:lnTo>
                    <a:pt x="149" y="430"/>
                  </a:lnTo>
                  <a:lnTo>
                    <a:pt x="143" y="420"/>
                  </a:lnTo>
                  <a:lnTo>
                    <a:pt x="136" y="411"/>
                  </a:lnTo>
                  <a:lnTo>
                    <a:pt x="129" y="402"/>
                  </a:lnTo>
                  <a:lnTo>
                    <a:pt x="120" y="395"/>
                  </a:lnTo>
                  <a:lnTo>
                    <a:pt x="111" y="387"/>
                  </a:lnTo>
                  <a:lnTo>
                    <a:pt x="102" y="379"/>
                  </a:lnTo>
                  <a:lnTo>
                    <a:pt x="92" y="374"/>
                  </a:lnTo>
                  <a:lnTo>
                    <a:pt x="81" y="369"/>
                  </a:lnTo>
                  <a:lnTo>
                    <a:pt x="71" y="363"/>
                  </a:lnTo>
                  <a:lnTo>
                    <a:pt x="71" y="363"/>
                  </a:lnTo>
                  <a:lnTo>
                    <a:pt x="82" y="332"/>
                  </a:lnTo>
                  <a:lnTo>
                    <a:pt x="90" y="316"/>
                  </a:lnTo>
                  <a:lnTo>
                    <a:pt x="97" y="301"/>
                  </a:lnTo>
                  <a:lnTo>
                    <a:pt x="97" y="301"/>
                  </a:lnTo>
                  <a:lnTo>
                    <a:pt x="113" y="307"/>
                  </a:lnTo>
                  <a:lnTo>
                    <a:pt x="129" y="311"/>
                  </a:lnTo>
                  <a:lnTo>
                    <a:pt x="145" y="313"/>
                  </a:lnTo>
                  <a:lnTo>
                    <a:pt x="161" y="314"/>
                  </a:lnTo>
                  <a:lnTo>
                    <a:pt x="161" y="314"/>
                  </a:lnTo>
                  <a:lnTo>
                    <a:pt x="176" y="314"/>
                  </a:lnTo>
                  <a:lnTo>
                    <a:pt x="191" y="311"/>
                  </a:lnTo>
                  <a:lnTo>
                    <a:pt x="206" y="308"/>
                  </a:lnTo>
                  <a:lnTo>
                    <a:pt x="220" y="302"/>
                  </a:lnTo>
                  <a:lnTo>
                    <a:pt x="233" y="296"/>
                  </a:lnTo>
                  <a:lnTo>
                    <a:pt x="246" y="288"/>
                  </a:lnTo>
                  <a:lnTo>
                    <a:pt x="258" y="280"/>
                  </a:lnTo>
                  <a:lnTo>
                    <a:pt x="269" y="269"/>
                  </a:lnTo>
                  <a:lnTo>
                    <a:pt x="269" y="269"/>
                  </a:lnTo>
                  <a:lnTo>
                    <a:pt x="278" y="260"/>
                  </a:lnTo>
                  <a:lnTo>
                    <a:pt x="285" y="251"/>
                  </a:lnTo>
                  <a:lnTo>
                    <a:pt x="292" y="241"/>
                  </a:lnTo>
                  <a:lnTo>
                    <a:pt x="297" y="231"/>
                  </a:lnTo>
                  <a:lnTo>
                    <a:pt x="302" y="221"/>
                  </a:lnTo>
                  <a:lnTo>
                    <a:pt x="307" y="210"/>
                  </a:lnTo>
                  <a:lnTo>
                    <a:pt x="310" y="198"/>
                  </a:lnTo>
                  <a:lnTo>
                    <a:pt x="312" y="187"/>
                  </a:lnTo>
                  <a:lnTo>
                    <a:pt x="313" y="176"/>
                  </a:lnTo>
                  <a:lnTo>
                    <a:pt x="314" y="165"/>
                  </a:lnTo>
                  <a:lnTo>
                    <a:pt x="314" y="153"/>
                  </a:lnTo>
                  <a:lnTo>
                    <a:pt x="313" y="141"/>
                  </a:lnTo>
                  <a:lnTo>
                    <a:pt x="311" y="131"/>
                  </a:lnTo>
                  <a:lnTo>
                    <a:pt x="309" y="119"/>
                  </a:lnTo>
                  <a:lnTo>
                    <a:pt x="306" y="108"/>
                  </a:lnTo>
                  <a:lnTo>
                    <a:pt x="301" y="97"/>
                  </a:lnTo>
                  <a:lnTo>
                    <a:pt x="301" y="97"/>
                  </a:lnTo>
                  <a:lnTo>
                    <a:pt x="331" y="82"/>
                  </a:lnTo>
                  <a:lnTo>
                    <a:pt x="364" y="70"/>
                  </a:lnTo>
                  <a:lnTo>
                    <a:pt x="364" y="70"/>
                  </a:lnTo>
                  <a:lnTo>
                    <a:pt x="369" y="81"/>
                  </a:lnTo>
                  <a:lnTo>
                    <a:pt x="374" y="92"/>
                  </a:lnTo>
                  <a:lnTo>
                    <a:pt x="380" y="102"/>
                  </a:lnTo>
                  <a:lnTo>
                    <a:pt x="387" y="111"/>
                  </a:lnTo>
                  <a:lnTo>
                    <a:pt x="395" y="120"/>
                  </a:lnTo>
                  <a:lnTo>
                    <a:pt x="402" y="128"/>
                  </a:lnTo>
                  <a:lnTo>
                    <a:pt x="411" y="136"/>
                  </a:lnTo>
                  <a:lnTo>
                    <a:pt x="420" y="142"/>
                  </a:lnTo>
                  <a:lnTo>
                    <a:pt x="430" y="149"/>
                  </a:lnTo>
                  <a:lnTo>
                    <a:pt x="440" y="154"/>
                  </a:lnTo>
                  <a:lnTo>
                    <a:pt x="450" y="160"/>
                  </a:lnTo>
                  <a:lnTo>
                    <a:pt x="461" y="163"/>
                  </a:lnTo>
                  <a:lnTo>
                    <a:pt x="473" y="166"/>
                  </a:lnTo>
                  <a:lnTo>
                    <a:pt x="484" y="168"/>
                  </a:lnTo>
                  <a:lnTo>
                    <a:pt x="496" y="170"/>
                  </a:lnTo>
                  <a:lnTo>
                    <a:pt x="508" y="170"/>
                  </a:lnTo>
                  <a:lnTo>
                    <a:pt x="508" y="170"/>
                  </a:lnTo>
                  <a:lnTo>
                    <a:pt x="520" y="170"/>
                  </a:lnTo>
                  <a:lnTo>
                    <a:pt x="532" y="168"/>
                  </a:lnTo>
                  <a:lnTo>
                    <a:pt x="544" y="166"/>
                  </a:lnTo>
                  <a:lnTo>
                    <a:pt x="555" y="163"/>
                  </a:lnTo>
                  <a:lnTo>
                    <a:pt x="565" y="160"/>
                  </a:lnTo>
                  <a:lnTo>
                    <a:pt x="576" y="154"/>
                  </a:lnTo>
                  <a:lnTo>
                    <a:pt x="587" y="149"/>
                  </a:lnTo>
                  <a:lnTo>
                    <a:pt x="596" y="142"/>
                  </a:lnTo>
                  <a:lnTo>
                    <a:pt x="605" y="136"/>
                  </a:lnTo>
                  <a:lnTo>
                    <a:pt x="614" y="128"/>
                  </a:lnTo>
                  <a:lnTo>
                    <a:pt x="622" y="120"/>
                  </a:lnTo>
                  <a:lnTo>
                    <a:pt x="630" y="111"/>
                  </a:lnTo>
                  <a:lnTo>
                    <a:pt x="636" y="102"/>
                  </a:lnTo>
                  <a:lnTo>
                    <a:pt x="643" y="92"/>
                  </a:lnTo>
                  <a:lnTo>
                    <a:pt x="648" y="81"/>
                  </a:lnTo>
                  <a:lnTo>
                    <a:pt x="652" y="70"/>
                  </a:lnTo>
                  <a:lnTo>
                    <a:pt x="652" y="70"/>
                  </a:lnTo>
                  <a:lnTo>
                    <a:pt x="684" y="82"/>
                  </a:lnTo>
                  <a:lnTo>
                    <a:pt x="716" y="97"/>
                  </a:lnTo>
                  <a:lnTo>
                    <a:pt x="716" y="97"/>
                  </a:lnTo>
                  <a:lnTo>
                    <a:pt x="711" y="108"/>
                  </a:lnTo>
                  <a:lnTo>
                    <a:pt x="707" y="119"/>
                  </a:lnTo>
                  <a:lnTo>
                    <a:pt x="705" y="131"/>
                  </a:lnTo>
                  <a:lnTo>
                    <a:pt x="703" y="141"/>
                  </a:lnTo>
                  <a:lnTo>
                    <a:pt x="702" y="153"/>
                  </a:lnTo>
                  <a:lnTo>
                    <a:pt x="702" y="165"/>
                  </a:lnTo>
                  <a:lnTo>
                    <a:pt x="703" y="176"/>
                  </a:lnTo>
                  <a:lnTo>
                    <a:pt x="704" y="187"/>
                  </a:lnTo>
                  <a:lnTo>
                    <a:pt x="707" y="198"/>
                  </a:lnTo>
                  <a:lnTo>
                    <a:pt x="710" y="210"/>
                  </a:lnTo>
                  <a:lnTo>
                    <a:pt x="713" y="221"/>
                  </a:lnTo>
                  <a:lnTo>
                    <a:pt x="719" y="231"/>
                  </a:lnTo>
                  <a:lnTo>
                    <a:pt x="724" y="241"/>
                  </a:lnTo>
                  <a:lnTo>
                    <a:pt x="732" y="251"/>
                  </a:lnTo>
                  <a:lnTo>
                    <a:pt x="738" y="260"/>
                  </a:lnTo>
                  <a:lnTo>
                    <a:pt x="747" y="269"/>
                  </a:lnTo>
                  <a:lnTo>
                    <a:pt x="747" y="269"/>
                  </a:lnTo>
                  <a:lnTo>
                    <a:pt x="758" y="280"/>
                  </a:lnTo>
                  <a:lnTo>
                    <a:pt x="770" y="288"/>
                  </a:lnTo>
                  <a:lnTo>
                    <a:pt x="783" y="296"/>
                  </a:lnTo>
                  <a:lnTo>
                    <a:pt x="797" y="302"/>
                  </a:lnTo>
                  <a:lnTo>
                    <a:pt x="811" y="308"/>
                  </a:lnTo>
                  <a:lnTo>
                    <a:pt x="825" y="311"/>
                  </a:lnTo>
                  <a:lnTo>
                    <a:pt x="840" y="314"/>
                  </a:lnTo>
                  <a:lnTo>
                    <a:pt x="855" y="314"/>
                  </a:lnTo>
                  <a:lnTo>
                    <a:pt x="855" y="314"/>
                  </a:lnTo>
                  <a:lnTo>
                    <a:pt x="872" y="313"/>
                  </a:lnTo>
                  <a:lnTo>
                    <a:pt x="888" y="311"/>
                  </a:lnTo>
                  <a:lnTo>
                    <a:pt x="903" y="307"/>
                  </a:lnTo>
                  <a:lnTo>
                    <a:pt x="919" y="301"/>
                  </a:lnTo>
                  <a:lnTo>
                    <a:pt x="919" y="301"/>
                  </a:lnTo>
                  <a:lnTo>
                    <a:pt x="933" y="332"/>
                  </a:lnTo>
                  <a:lnTo>
                    <a:pt x="940" y="347"/>
                  </a:lnTo>
                  <a:lnTo>
                    <a:pt x="945" y="363"/>
                  </a:lnTo>
                  <a:lnTo>
                    <a:pt x="945" y="363"/>
                  </a:lnTo>
                  <a:lnTo>
                    <a:pt x="934" y="369"/>
                  </a:lnTo>
                  <a:lnTo>
                    <a:pt x="924" y="374"/>
                  </a:lnTo>
                  <a:lnTo>
                    <a:pt x="914" y="379"/>
                  </a:lnTo>
                  <a:lnTo>
                    <a:pt x="904" y="387"/>
                  </a:lnTo>
                  <a:lnTo>
                    <a:pt x="896" y="395"/>
                  </a:lnTo>
                  <a:lnTo>
                    <a:pt x="888" y="402"/>
                  </a:lnTo>
                  <a:lnTo>
                    <a:pt x="881" y="411"/>
                  </a:lnTo>
                  <a:lnTo>
                    <a:pt x="873" y="420"/>
                  </a:lnTo>
                  <a:lnTo>
                    <a:pt x="867" y="430"/>
                  </a:lnTo>
                  <a:lnTo>
                    <a:pt x="861" y="440"/>
                  </a:lnTo>
                  <a:lnTo>
                    <a:pt x="857" y="450"/>
                  </a:lnTo>
                  <a:lnTo>
                    <a:pt x="853" y="461"/>
                  </a:lnTo>
                  <a:lnTo>
                    <a:pt x="850" y="473"/>
                  </a:lnTo>
                  <a:lnTo>
                    <a:pt x="847" y="484"/>
                  </a:lnTo>
                  <a:lnTo>
                    <a:pt x="846" y="495"/>
                  </a:lnTo>
                  <a:lnTo>
                    <a:pt x="845" y="508"/>
                  </a:lnTo>
                  <a:lnTo>
                    <a:pt x="845" y="508"/>
                  </a:lnTo>
                  <a:lnTo>
                    <a:pt x="846" y="520"/>
                  </a:lnTo>
                  <a:lnTo>
                    <a:pt x="847" y="532"/>
                  </a:lnTo>
                  <a:lnTo>
                    <a:pt x="850" y="544"/>
                  </a:lnTo>
                  <a:lnTo>
                    <a:pt x="853" y="554"/>
                  </a:lnTo>
                  <a:lnTo>
                    <a:pt x="857" y="565"/>
                  </a:lnTo>
                  <a:lnTo>
                    <a:pt x="861" y="576"/>
                  </a:lnTo>
                  <a:lnTo>
                    <a:pt x="867" y="587"/>
                  </a:lnTo>
                  <a:lnTo>
                    <a:pt x="873" y="596"/>
                  </a:lnTo>
                  <a:lnTo>
                    <a:pt x="881" y="605"/>
                  </a:lnTo>
                  <a:lnTo>
                    <a:pt x="888" y="613"/>
                  </a:lnTo>
                  <a:lnTo>
                    <a:pt x="896" y="622"/>
                  </a:lnTo>
                  <a:lnTo>
                    <a:pt x="904" y="629"/>
                  </a:lnTo>
                  <a:lnTo>
                    <a:pt x="914" y="636"/>
                  </a:lnTo>
                  <a:lnTo>
                    <a:pt x="924" y="642"/>
                  </a:lnTo>
                  <a:lnTo>
                    <a:pt x="934" y="648"/>
                  </a:lnTo>
                  <a:lnTo>
                    <a:pt x="945" y="652"/>
                  </a:lnTo>
                  <a:lnTo>
                    <a:pt x="945" y="652"/>
                  </a:lnTo>
                  <a:lnTo>
                    <a:pt x="933" y="684"/>
                  </a:lnTo>
                  <a:lnTo>
                    <a:pt x="927" y="699"/>
                  </a:lnTo>
                  <a:lnTo>
                    <a:pt x="919" y="715"/>
                  </a:lnTo>
                  <a:lnTo>
                    <a:pt x="919" y="715"/>
                  </a:lnTo>
                  <a:close/>
                  <a:moveTo>
                    <a:pt x="508" y="357"/>
                  </a:moveTo>
                  <a:lnTo>
                    <a:pt x="508" y="357"/>
                  </a:lnTo>
                  <a:lnTo>
                    <a:pt x="492" y="358"/>
                  </a:lnTo>
                  <a:lnTo>
                    <a:pt x="477" y="360"/>
                  </a:lnTo>
                  <a:lnTo>
                    <a:pt x="463" y="363"/>
                  </a:lnTo>
                  <a:lnTo>
                    <a:pt x="449" y="369"/>
                  </a:lnTo>
                  <a:lnTo>
                    <a:pt x="437" y="375"/>
                  </a:lnTo>
                  <a:lnTo>
                    <a:pt x="424" y="383"/>
                  </a:lnTo>
                  <a:lnTo>
                    <a:pt x="412" y="391"/>
                  </a:lnTo>
                  <a:lnTo>
                    <a:pt x="401" y="401"/>
                  </a:lnTo>
                  <a:lnTo>
                    <a:pt x="391" y="412"/>
                  </a:lnTo>
                  <a:lnTo>
                    <a:pt x="383" y="423"/>
                  </a:lnTo>
                  <a:lnTo>
                    <a:pt x="375" y="436"/>
                  </a:lnTo>
                  <a:lnTo>
                    <a:pt x="369" y="449"/>
                  </a:lnTo>
                  <a:lnTo>
                    <a:pt x="364" y="463"/>
                  </a:lnTo>
                  <a:lnTo>
                    <a:pt x="360" y="477"/>
                  </a:lnTo>
                  <a:lnTo>
                    <a:pt x="358" y="492"/>
                  </a:lnTo>
                  <a:lnTo>
                    <a:pt x="357" y="508"/>
                  </a:lnTo>
                  <a:lnTo>
                    <a:pt x="357" y="508"/>
                  </a:lnTo>
                  <a:lnTo>
                    <a:pt x="358" y="523"/>
                  </a:lnTo>
                  <a:lnTo>
                    <a:pt x="360" y="538"/>
                  </a:lnTo>
                  <a:lnTo>
                    <a:pt x="364" y="552"/>
                  </a:lnTo>
                  <a:lnTo>
                    <a:pt x="369" y="566"/>
                  </a:lnTo>
                  <a:lnTo>
                    <a:pt x="375" y="580"/>
                  </a:lnTo>
                  <a:lnTo>
                    <a:pt x="383" y="592"/>
                  </a:lnTo>
                  <a:lnTo>
                    <a:pt x="391" y="604"/>
                  </a:lnTo>
                  <a:lnTo>
                    <a:pt x="401" y="614"/>
                  </a:lnTo>
                  <a:lnTo>
                    <a:pt x="412" y="624"/>
                  </a:lnTo>
                  <a:lnTo>
                    <a:pt x="424" y="633"/>
                  </a:lnTo>
                  <a:lnTo>
                    <a:pt x="437" y="640"/>
                  </a:lnTo>
                  <a:lnTo>
                    <a:pt x="449" y="647"/>
                  </a:lnTo>
                  <a:lnTo>
                    <a:pt x="463" y="652"/>
                  </a:lnTo>
                  <a:lnTo>
                    <a:pt x="477" y="655"/>
                  </a:lnTo>
                  <a:lnTo>
                    <a:pt x="492" y="657"/>
                  </a:lnTo>
                  <a:lnTo>
                    <a:pt x="508" y="658"/>
                  </a:lnTo>
                  <a:lnTo>
                    <a:pt x="508" y="658"/>
                  </a:lnTo>
                  <a:lnTo>
                    <a:pt x="523" y="657"/>
                  </a:lnTo>
                  <a:lnTo>
                    <a:pt x="538" y="655"/>
                  </a:lnTo>
                  <a:lnTo>
                    <a:pt x="552" y="652"/>
                  </a:lnTo>
                  <a:lnTo>
                    <a:pt x="566" y="647"/>
                  </a:lnTo>
                  <a:lnTo>
                    <a:pt x="580" y="640"/>
                  </a:lnTo>
                  <a:lnTo>
                    <a:pt x="592" y="633"/>
                  </a:lnTo>
                  <a:lnTo>
                    <a:pt x="604" y="624"/>
                  </a:lnTo>
                  <a:lnTo>
                    <a:pt x="615" y="614"/>
                  </a:lnTo>
                  <a:lnTo>
                    <a:pt x="624" y="604"/>
                  </a:lnTo>
                  <a:lnTo>
                    <a:pt x="633" y="592"/>
                  </a:lnTo>
                  <a:lnTo>
                    <a:pt x="640" y="580"/>
                  </a:lnTo>
                  <a:lnTo>
                    <a:pt x="647" y="566"/>
                  </a:lnTo>
                  <a:lnTo>
                    <a:pt x="652" y="552"/>
                  </a:lnTo>
                  <a:lnTo>
                    <a:pt x="655" y="538"/>
                  </a:lnTo>
                  <a:lnTo>
                    <a:pt x="658" y="523"/>
                  </a:lnTo>
                  <a:lnTo>
                    <a:pt x="659" y="508"/>
                  </a:lnTo>
                  <a:lnTo>
                    <a:pt x="659" y="508"/>
                  </a:lnTo>
                  <a:lnTo>
                    <a:pt x="658" y="492"/>
                  </a:lnTo>
                  <a:lnTo>
                    <a:pt x="655" y="477"/>
                  </a:lnTo>
                  <a:lnTo>
                    <a:pt x="652" y="463"/>
                  </a:lnTo>
                  <a:lnTo>
                    <a:pt x="647" y="449"/>
                  </a:lnTo>
                  <a:lnTo>
                    <a:pt x="640" y="436"/>
                  </a:lnTo>
                  <a:lnTo>
                    <a:pt x="633" y="423"/>
                  </a:lnTo>
                  <a:lnTo>
                    <a:pt x="624" y="412"/>
                  </a:lnTo>
                  <a:lnTo>
                    <a:pt x="615" y="401"/>
                  </a:lnTo>
                  <a:lnTo>
                    <a:pt x="604" y="391"/>
                  </a:lnTo>
                  <a:lnTo>
                    <a:pt x="592" y="383"/>
                  </a:lnTo>
                  <a:lnTo>
                    <a:pt x="580" y="375"/>
                  </a:lnTo>
                  <a:lnTo>
                    <a:pt x="566" y="369"/>
                  </a:lnTo>
                  <a:lnTo>
                    <a:pt x="552" y="363"/>
                  </a:lnTo>
                  <a:lnTo>
                    <a:pt x="538" y="360"/>
                  </a:lnTo>
                  <a:lnTo>
                    <a:pt x="523" y="358"/>
                  </a:lnTo>
                  <a:lnTo>
                    <a:pt x="508" y="357"/>
                  </a:lnTo>
                  <a:lnTo>
                    <a:pt x="508" y="357"/>
                  </a:lnTo>
                  <a:close/>
                  <a:moveTo>
                    <a:pt x="508" y="567"/>
                  </a:moveTo>
                  <a:lnTo>
                    <a:pt x="508" y="567"/>
                  </a:lnTo>
                  <a:lnTo>
                    <a:pt x="496" y="566"/>
                  </a:lnTo>
                  <a:lnTo>
                    <a:pt x="485" y="563"/>
                  </a:lnTo>
                  <a:lnTo>
                    <a:pt x="475" y="558"/>
                  </a:lnTo>
                  <a:lnTo>
                    <a:pt x="466" y="550"/>
                  </a:lnTo>
                  <a:lnTo>
                    <a:pt x="459" y="541"/>
                  </a:lnTo>
                  <a:lnTo>
                    <a:pt x="454" y="531"/>
                  </a:lnTo>
                  <a:lnTo>
                    <a:pt x="449" y="520"/>
                  </a:lnTo>
                  <a:lnTo>
                    <a:pt x="448" y="508"/>
                  </a:lnTo>
                  <a:lnTo>
                    <a:pt x="448" y="508"/>
                  </a:lnTo>
                  <a:lnTo>
                    <a:pt x="449" y="495"/>
                  </a:lnTo>
                  <a:lnTo>
                    <a:pt x="454" y="485"/>
                  </a:lnTo>
                  <a:lnTo>
                    <a:pt x="459" y="475"/>
                  </a:lnTo>
                  <a:lnTo>
                    <a:pt x="466" y="465"/>
                  </a:lnTo>
                  <a:lnTo>
                    <a:pt x="475" y="459"/>
                  </a:lnTo>
                  <a:lnTo>
                    <a:pt x="485" y="454"/>
                  </a:lnTo>
                  <a:lnTo>
                    <a:pt x="496" y="449"/>
                  </a:lnTo>
                  <a:lnTo>
                    <a:pt x="508" y="448"/>
                  </a:lnTo>
                  <a:lnTo>
                    <a:pt x="508" y="448"/>
                  </a:lnTo>
                  <a:lnTo>
                    <a:pt x="520" y="449"/>
                  </a:lnTo>
                  <a:lnTo>
                    <a:pt x="531" y="454"/>
                  </a:lnTo>
                  <a:lnTo>
                    <a:pt x="542" y="459"/>
                  </a:lnTo>
                  <a:lnTo>
                    <a:pt x="550" y="465"/>
                  </a:lnTo>
                  <a:lnTo>
                    <a:pt x="558" y="475"/>
                  </a:lnTo>
                  <a:lnTo>
                    <a:pt x="563" y="485"/>
                  </a:lnTo>
                  <a:lnTo>
                    <a:pt x="566" y="495"/>
                  </a:lnTo>
                  <a:lnTo>
                    <a:pt x="567" y="508"/>
                  </a:lnTo>
                  <a:lnTo>
                    <a:pt x="567" y="508"/>
                  </a:lnTo>
                  <a:lnTo>
                    <a:pt x="566" y="520"/>
                  </a:lnTo>
                  <a:lnTo>
                    <a:pt x="563" y="531"/>
                  </a:lnTo>
                  <a:lnTo>
                    <a:pt x="558" y="541"/>
                  </a:lnTo>
                  <a:lnTo>
                    <a:pt x="550" y="550"/>
                  </a:lnTo>
                  <a:lnTo>
                    <a:pt x="542" y="558"/>
                  </a:lnTo>
                  <a:lnTo>
                    <a:pt x="531" y="563"/>
                  </a:lnTo>
                  <a:lnTo>
                    <a:pt x="520" y="566"/>
                  </a:lnTo>
                  <a:lnTo>
                    <a:pt x="508" y="567"/>
                  </a:lnTo>
                  <a:lnTo>
                    <a:pt x="508" y="56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34" name="组合 78"/>
          <p:cNvGrpSpPr/>
          <p:nvPr/>
        </p:nvGrpSpPr>
        <p:grpSpPr>
          <a:xfrm>
            <a:off x="6479051" y="4805875"/>
            <a:ext cx="816000" cy="816000"/>
            <a:chOff x="6479051" y="4625399"/>
            <a:chExt cx="816000" cy="816000"/>
          </a:xfrm>
        </p:grpSpPr>
        <p:sp>
          <p:nvSpPr>
            <p:cNvPr id="35" name="椭圆 79"/>
            <p:cNvSpPr/>
            <p:nvPr/>
          </p:nvSpPr>
          <p:spPr>
            <a:xfrm>
              <a:off x="6479051" y="4625399"/>
              <a:ext cx="816000" cy="816000"/>
            </a:xfrm>
            <a:prstGeom prst="ellipse">
              <a:avLst/>
            </a:prstGeom>
            <a:solidFill>
              <a:schemeClr val="accent4"/>
            </a:solidFill>
            <a:ln w="5715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6" name="Freeform 72"/>
            <p:cNvSpPr>
              <a:spLocks noEditPoints="1"/>
            </p:cNvSpPr>
            <p:nvPr/>
          </p:nvSpPr>
          <p:spPr bwMode="auto">
            <a:xfrm>
              <a:off x="6725126" y="4871474"/>
              <a:ext cx="323850" cy="323850"/>
            </a:xfrm>
            <a:custGeom>
              <a:avLst/>
              <a:gdLst>
                <a:gd name="T0" fmla="*/ 934 w 1018"/>
                <a:gd name="T1" fmla="*/ 31 h 1017"/>
                <a:gd name="T2" fmla="*/ 868 w 1018"/>
                <a:gd name="T3" fmla="*/ 3 h 1017"/>
                <a:gd name="T4" fmla="*/ 812 w 1018"/>
                <a:gd name="T5" fmla="*/ 0 h 1017"/>
                <a:gd name="T6" fmla="*/ 743 w 1018"/>
                <a:gd name="T7" fmla="*/ 22 h 1017"/>
                <a:gd name="T8" fmla="*/ 137 w 1018"/>
                <a:gd name="T9" fmla="*/ 613 h 1017"/>
                <a:gd name="T10" fmla="*/ 2 w 1018"/>
                <a:gd name="T11" fmla="*/ 974 h 1017"/>
                <a:gd name="T12" fmla="*/ 4 w 1018"/>
                <a:gd name="T13" fmla="*/ 1000 h 1017"/>
                <a:gd name="T14" fmla="*/ 19 w 1018"/>
                <a:gd name="T15" fmla="*/ 1015 h 1017"/>
                <a:gd name="T16" fmla="*/ 36 w 1018"/>
                <a:gd name="T17" fmla="*/ 1017 h 1017"/>
                <a:gd name="T18" fmla="*/ 365 w 1018"/>
                <a:gd name="T19" fmla="*/ 915 h 1017"/>
                <a:gd name="T20" fmla="*/ 975 w 1018"/>
                <a:gd name="T21" fmla="*/ 305 h 1017"/>
                <a:gd name="T22" fmla="*/ 1009 w 1018"/>
                <a:gd name="T23" fmla="*/ 242 h 1017"/>
                <a:gd name="T24" fmla="*/ 1018 w 1018"/>
                <a:gd name="T25" fmla="*/ 187 h 1017"/>
                <a:gd name="T26" fmla="*/ 1004 w 1018"/>
                <a:gd name="T27" fmla="*/ 115 h 1017"/>
                <a:gd name="T28" fmla="*/ 963 w 1018"/>
                <a:gd name="T29" fmla="*/ 55 h 1017"/>
                <a:gd name="T30" fmla="*/ 203 w 1018"/>
                <a:gd name="T31" fmla="*/ 900 h 1017"/>
                <a:gd name="T32" fmla="*/ 170 w 1018"/>
                <a:gd name="T33" fmla="*/ 847 h 1017"/>
                <a:gd name="T34" fmla="*/ 139 w 1018"/>
                <a:gd name="T35" fmla="*/ 823 h 1017"/>
                <a:gd name="T36" fmla="*/ 254 w 1018"/>
                <a:gd name="T37" fmla="*/ 731 h 1017"/>
                <a:gd name="T38" fmla="*/ 261 w 1018"/>
                <a:gd name="T39" fmla="*/ 749 h 1017"/>
                <a:gd name="T40" fmla="*/ 280 w 1018"/>
                <a:gd name="T41" fmla="*/ 762 h 1017"/>
                <a:gd name="T42" fmla="*/ 789 w 1018"/>
                <a:gd name="T43" fmla="*/ 403 h 1017"/>
                <a:gd name="T44" fmla="*/ 414 w 1018"/>
                <a:gd name="T45" fmla="*/ 731 h 1017"/>
                <a:gd name="T46" fmla="*/ 406 w 1018"/>
                <a:gd name="T47" fmla="*/ 712 h 1017"/>
                <a:gd name="T48" fmla="*/ 382 w 1018"/>
                <a:gd name="T49" fmla="*/ 700 h 1017"/>
                <a:gd name="T50" fmla="*/ 317 w 1018"/>
                <a:gd name="T51" fmla="*/ 629 h 1017"/>
                <a:gd name="T52" fmla="*/ 305 w 1018"/>
                <a:gd name="T53" fmla="*/ 610 h 1017"/>
                <a:gd name="T54" fmla="*/ 236 w 1018"/>
                <a:gd name="T55" fmla="*/ 604 h 1017"/>
                <a:gd name="T56" fmla="*/ 624 w 1018"/>
                <a:gd name="T57" fmla="*/ 220 h 1017"/>
                <a:gd name="T58" fmla="*/ 666 w 1018"/>
                <a:gd name="T59" fmla="*/ 198 h 1017"/>
                <a:gd name="T60" fmla="*/ 703 w 1018"/>
                <a:gd name="T61" fmla="*/ 192 h 1017"/>
                <a:gd name="T62" fmla="*/ 750 w 1018"/>
                <a:gd name="T63" fmla="*/ 202 h 1017"/>
                <a:gd name="T64" fmla="*/ 789 w 1018"/>
                <a:gd name="T65" fmla="*/ 229 h 1017"/>
                <a:gd name="T66" fmla="*/ 811 w 1018"/>
                <a:gd name="T67" fmla="*/ 258 h 1017"/>
                <a:gd name="T68" fmla="*/ 825 w 1018"/>
                <a:gd name="T69" fmla="*/ 304 h 1017"/>
                <a:gd name="T70" fmla="*/ 823 w 1018"/>
                <a:gd name="T71" fmla="*/ 340 h 1017"/>
                <a:gd name="T72" fmla="*/ 804 w 1018"/>
                <a:gd name="T73" fmla="*/ 384 h 1017"/>
                <a:gd name="T74" fmla="*/ 918 w 1018"/>
                <a:gd name="T75" fmla="*/ 274 h 1017"/>
                <a:gd name="T76" fmla="*/ 884 w 1018"/>
                <a:gd name="T77" fmla="*/ 271 h 1017"/>
                <a:gd name="T78" fmla="*/ 856 w 1018"/>
                <a:gd name="T79" fmla="*/ 209 h 1017"/>
                <a:gd name="T80" fmla="*/ 822 w 1018"/>
                <a:gd name="T81" fmla="*/ 172 h 1017"/>
                <a:gd name="T82" fmla="*/ 764 w 1018"/>
                <a:gd name="T83" fmla="*/ 139 h 1017"/>
                <a:gd name="T84" fmla="*/ 743 w 1018"/>
                <a:gd name="T85" fmla="*/ 100 h 1017"/>
                <a:gd name="T86" fmla="*/ 763 w 1018"/>
                <a:gd name="T87" fmla="*/ 84 h 1017"/>
                <a:gd name="T88" fmla="*/ 807 w 1018"/>
                <a:gd name="T89" fmla="*/ 66 h 1017"/>
                <a:gd name="T90" fmla="*/ 843 w 1018"/>
                <a:gd name="T91" fmla="*/ 64 h 1017"/>
                <a:gd name="T92" fmla="*/ 889 w 1018"/>
                <a:gd name="T93" fmla="*/ 78 h 1017"/>
                <a:gd name="T94" fmla="*/ 918 w 1018"/>
                <a:gd name="T95" fmla="*/ 100 h 1017"/>
                <a:gd name="T96" fmla="*/ 945 w 1018"/>
                <a:gd name="T97" fmla="*/ 140 h 1017"/>
                <a:gd name="T98" fmla="*/ 955 w 1018"/>
                <a:gd name="T99" fmla="*/ 187 h 1017"/>
                <a:gd name="T100" fmla="*/ 949 w 1018"/>
                <a:gd name="T101" fmla="*/ 222 h 1017"/>
                <a:gd name="T102" fmla="*/ 927 w 1018"/>
                <a:gd name="T103" fmla="*/ 265 h 1017"/>
                <a:gd name="T104" fmla="*/ 391 w 1018"/>
                <a:gd name="T105" fmla="*/ 582 h 1017"/>
                <a:gd name="T106" fmla="*/ 383 w 1018"/>
                <a:gd name="T107" fmla="*/ 598 h 1017"/>
                <a:gd name="T108" fmla="*/ 387 w 1018"/>
                <a:gd name="T109" fmla="*/ 621 h 1017"/>
                <a:gd name="T110" fmla="*/ 402 w 1018"/>
                <a:gd name="T111" fmla="*/ 633 h 1017"/>
                <a:gd name="T112" fmla="*/ 419 w 1018"/>
                <a:gd name="T113" fmla="*/ 635 h 1017"/>
                <a:gd name="T114" fmla="*/ 754 w 1018"/>
                <a:gd name="T115" fmla="*/ 308 h 1017"/>
                <a:gd name="T116" fmla="*/ 763 w 1018"/>
                <a:gd name="T117" fmla="*/ 292 h 1017"/>
                <a:gd name="T118" fmla="*/ 758 w 1018"/>
                <a:gd name="T119" fmla="*/ 269 h 1017"/>
                <a:gd name="T120" fmla="*/ 743 w 1018"/>
                <a:gd name="T121" fmla="*/ 257 h 1017"/>
                <a:gd name="T122" fmla="*/ 720 w 1018"/>
                <a:gd name="T123" fmla="*/ 25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18" h="1017">
                  <a:moveTo>
                    <a:pt x="963" y="55"/>
                  </a:moveTo>
                  <a:lnTo>
                    <a:pt x="963" y="55"/>
                  </a:lnTo>
                  <a:lnTo>
                    <a:pt x="949" y="42"/>
                  </a:lnTo>
                  <a:lnTo>
                    <a:pt x="934" y="31"/>
                  </a:lnTo>
                  <a:lnTo>
                    <a:pt x="919" y="22"/>
                  </a:lnTo>
                  <a:lnTo>
                    <a:pt x="902" y="14"/>
                  </a:lnTo>
                  <a:lnTo>
                    <a:pt x="885" y="8"/>
                  </a:lnTo>
                  <a:lnTo>
                    <a:pt x="868" y="3"/>
                  </a:lnTo>
                  <a:lnTo>
                    <a:pt x="850" y="0"/>
                  </a:lnTo>
                  <a:lnTo>
                    <a:pt x="831" y="0"/>
                  </a:lnTo>
                  <a:lnTo>
                    <a:pt x="831" y="0"/>
                  </a:lnTo>
                  <a:lnTo>
                    <a:pt x="812" y="0"/>
                  </a:lnTo>
                  <a:lnTo>
                    <a:pt x="794" y="3"/>
                  </a:lnTo>
                  <a:lnTo>
                    <a:pt x="777" y="8"/>
                  </a:lnTo>
                  <a:lnTo>
                    <a:pt x="759" y="14"/>
                  </a:lnTo>
                  <a:lnTo>
                    <a:pt x="743" y="22"/>
                  </a:lnTo>
                  <a:lnTo>
                    <a:pt x="727" y="31"/>
                  </a:lnTo>
                  <a:lnTo>
                    <a:pt x="712" y="42"/>
                  </a:lnTo>
                  <a:lnTo>
                    <a:pt x="699" y="55"/>
                  </a:lnTo>
                  <a:lnTo>
                    <a:pt x="137" y="613"/>
                  </a:lnTo>
                  <a:lnTo>
                    <a:pt x="137" y="613"/>
                  </a:lnTo>
                  <a:lnTo>
                    <a:pt x="133" y="618"/>
                  </a:lnTo>
                  <a:lnTo>
                    <a:pt x="130" y="625"/>
                  </a:lnTo>
                  <a:lnTo>
                    <a:pt x="2" y="974"/>
                  </a:lnTo>
                  <a:lnTo>
                    <a:pt x="2" y="974"/>
                  </a:lnTo>
                  <a:lnTo>
                    <a:pt x="0" y="983"/>
                  </a:lnTo>
                  <a:lnTo>
                    <a:pt x="1" y="993"/>
                  </a:lnTo>
                  <a:lnTo>
                    <a:pt x="4" y="1000"/>
                  </a:lnTo>
                  <a:lnTo>
                    <a:pt x="9" y="1008"/>
                  </a:lnTo>
                  <a:lnTo>
                    <a:pt x="9" y="1008"/>
                  </a:lnTo>
                  <a:lnTo>
                    <a:pt x="14" y="1012"/>
                  </a:lnTo>
                  <a:lnTo>
                    <a:pt x="19" y="1015"/>
                  </a:lnTo>
                  <a:lnTo>
                    <a:pt x="26" y="1017"/>
                  </a:lnTo>
                  <a:lnTo>
                    <a:pt x="32" y="1017"/>
                  </a:lnTo>
                  <a:lnTo>
                    <a:pt x="32" y="1017"/>
                  </a:lnTo>
                  <a:lnTo>
                    <a:pt x="36" y="1017"/>
                  </a:lnTo>
                  <a:lnTo>
                    <a:pt x="42" y="1016"/>
                  </a:lnTo>
                  <a:lnTo>
                    <a:pt x="358" y="919"/>
                  </a:lnTo>
                  <a:lnTo>
                    <a:pt x="358" y="919"/>
                  </a:lnTo>
                  <a:lnTo>
                    <a:pt x="365" y="915"/>
                  </a:lnTo>
                  <a:lnTo>
                    <a:pt x="371" y="911"/>
                  </a:lnTo>
                  <a:lnTo>
                    <a:pt x="963" y="319"/>
                  </a:lnTo>
                  <a:lnTo>
                    <a:pt x="963" y="319"/>
                  </a:lnTo>
                  <a:lnTo>
                    <a:pt x="975" y="305"/>
                  </a:lnTo>
                  <a:lnTo>
                    <a:pt x="987" y="290"/>
                  </a:lnTo>
                  <a:lnTo>
                    <a:pt x="995" y="275"/>
                  </a:lnTo>
                  <a:lnTo>
                    <a:pt x="1004" y="259"/>
                  </a:lnTo>
                  <a:lnTo>
                    <a:pt x="1009" y="242"/>
                  </a:lnTo>
                  <a:lnTo>
                    <a:pt x="1015" y="223"/>
                  </a:lnTo>
                  <a:lnTo>
                    <a:pt x="1017" y="205"/>
                  </a:lnTo>
                  <a:lnTo>
                    <a:pt x="1018" y="187"/>
                  </a:lnTo>
                  <a:lnTo>
                    <a:pt x="1018" y="187"/>
                  </a:lnTo>
                  <a:lnTo>
                    <a:pt x="1017" y="169"/>
                  </a:lnTo>
                  <a:lnTo>
                    <a:pt x="1015" y="150"/>
                  </a:lnTo>
                  <a:lnTo>
                    <a:pt x="1009" y="132"/>
                  </a:lnTo>
                  <a:lnTo>
                    <a:pt x="1004" y="115"/>
                  </a:lnTo>
                  <a:lnTo>
                    <a:pt x="995" y="99"/>
                  </a:lnTo>
                  <a:lnTo>
                    <a:pt x="987" y="83"/>
                  </a:lnTo>
                  <a:lnTo>
                    <a:pt x="975" y="68"/>
                  </a:lnTo>
                  <a:lnTo>
                    <a:pt x="963" y="55"/>
                  </a:lnTo>
                  <a:lnTo>
                    <a:pt x="963" y="55"/>
                  </a:lnTo>
                  <a:close/>
                  <a:moveTo>
                    <a:pt x="322" y="864"/>
                  </a:moveTo>
                  <a:lnTo>
                    <a:pt x="203" y="900"/>
                  </a:lnTo>
                  <a:lnTo>
                    <a:pt x="203" y="900"/>
                  </a:lnTo>
                  <a:lnTo>
                    <a:pt x="197" y="885"/>
                  </a:lnTo>
                  <a:lnTo>
                    <a:pt x="190" y="871"/>
                  </a:lnTo>
                  <a:lnTo>
                    <a:pt x="181" y="859"/>
                  </a:lnTo>
                  <a:lnTo>
                    <a:pt x="170" y="847"/>
                  </a:lnTo>
                  <a:lnTo>
                    <a:pt x="170" y="847"/>
                  </a:lnTo>
                  <a:lnTo>
                    <a:pt x="161" y="838"/>
                  </a:lnTo>
                  <a:lnTo>
                    <a:pt x="150" y="831"/>
                  </a:lnTo>
                  <a:lnTo>
                    <a:pt x="139" y="823"/>
                  </a:lnTo>
                  <a:lnTo>
                    <a:pt x="127" y="817"/>
                  </a:lnTo>
                  <a:lnTo>
                    <a:pt x="181" y="668"/>
                  </a:lnTo>
                  <a:lnTo>
                    <a:pt x="254" y="668"/>
                  </a:lnTo>
                  <a:lnTo>
                    <a:pt x="254" y="731"/>
                  </a:lnTo>
                  <a:lnTo>
                    <a:pt x="254" y="731"/>
                  </a:lnTo>
                  <a:lnTo>
                    <a:pt x="255" y="737"/>
                  </a:lnTo>
                  <a:lnTo>
                    <a:pt x="257" y="744"/>
                  </a:lnTo>
                  <a:lnTo>
                    <a:pt x="261" y="749"/>
                  </a:lnTo>
                  <a:lnTo>
                    <a:pt x="264" y="753"/>
                  </a:lnTo>
                  <a:lnTo>
                    <a:pt x="269" y="758"/>
                  </a:lnTo>
                  <a:lnTo>
                    <a:pt x="274" y="761"/>
                  </a:lnTo>
                  <a:lnTo>
                    <a:pt x="280" y="762"/>
                  </a:lnTo>
                  <a:lnTo>
                    <a:pt x="286" y="763"/>
                  </a:lnTo>
                  <a:lnTo>
                    <a:pt x="342" y="763"/>
                  </a:lnTo>
                  <a:lnTo>
                    <a:pt x="322" y="864"/>
                  </a:lnTo>
                  <a:close/>
                  <a:moveTo>
                    <a:pt x="789" y="403"/>
                  </a:moveTo>
                  <a:lnTo>
                    <a:pt x="402" y="790"/>
                  </a:lnTo>
                  <a:lnTo>
                    <a:pt x="413" y="738"/>
                  </a:lnTo>
                  <a:lnTo>
                    <a:pt x="413" y="738"/>
                  </a:lnTo>
                  <a:lnTo>
                    <a:pt x="414" y="731"/>
                  </a:lnTo>
                  <a:lnTo>
                    <a:pt x="413" y="723"/>
                  </a:lnTo>
                  <a:lnTo>
                    <a:pt x="411" y="717"/>
                  </a:lnTo>
                  <a:lnTo>
                    <a:pt x="406" y="712"/>
                  </a:lnTo>
                  <a:lnTo>
                    <a:pt x="406" y="712"/>
                  </a:lnTo>
                  <a:lnTo>
                    <a:pt x="401" y="706"/>
                  </a:lnTo>
                  <a:lnTo>
                    <a:pt x="396" y="703"/>
                  </a:lnTo>
                  <a:lnTo>
                    <a:pt x="389" y="700"/>
                  </a:lnTo>
                  <a:lnTo>
                    <a:pt x="382" y="700"/>
                  </a:lnTo>
                  <a:lnTo>
                    <a:pt x="318" y="700"/>
                  </a:lnTo>
                  <a:lnTo>
                    <a:pt x="318" y="635"/>
                  </a:lnTo>
                  <a:lnTo>
                    <a:pt x="318" y="635"/>
                  </a:lnTo>
                  <a:lnTo>
                    <a:pt x="317" y="629"/>
                  </a:lnTo>
                  <a:lnTo>
                    <a:pt x="315" y="624"/>
                  </a:lnTo>
                  <a:lnTo>
                    <a:pt x="313" y="618"/>
                  </a:lnTo>
                  <a:lnTo>
                    <a:pt x="309" y="614"/>
                  </a:lnTo>
                  <a:lnTo>
                    <a:pt x="305" y="610"/>
                  </a:lnTo>
                  <a:lnTo>
                    <a:pt x="299" y="606"/>
                  </a:lnTo>
                  <a:lnTo>
                    <a:pt x="293" y="604"/>
                  </a:lnTo>
                  <a:lnTo>
                    <a:pt x="286" y="604"/>
                  </a:lnTo>
                  <a:lnTo>
                    <a:pt x="236" y="604"/>
                  </a:lnTo>
                  <a:lnTo>
                    <a:pt x="615" y="228"/>
                  </a:lnTo>
                  <a:lnTo>
                    <a:pt x="615" y="229"/>
                  </a:lnTo>
                  <a:lnTo>
                    <a:pt x="615" y="229"/>
                  </a:lnTo>
                  <a:lnTo>
                    <a:pt x="624" y="220"/>
                  </a:lnTo>
                  <a:lnTo>
                    <a:pt x="634" y="213"/>
                  </a:lnTo>
                  <a:lnTo>
                    <a:pt x="644" y="206"/>
                  </a:lnTo>
                  <a:lnTo>
                    <a:pt x="655" y="202"/>
                  </a:lnTo>
                  <a:lnTo>
                    <a:pt x="666" y="198"/>
                  </a:lnTo>
                  <a:lnTo>
                    <a:pt x="678" y="194"/>
                  </a:lnTo>
                  <a:lnTo>
                    <a:pt x="690" y="193"/>
                  </a:lnTo>
                  <a:lnTo>
                    <a:pt x="703" y="192"/>
                  </a:lnTo>
                  <a:lnTo>
                    <a:pt x="703" y="192"/>
                  </a:lnTo>
                  <a:lnTo>
                    <a:pt x="714" y="193"/>
                  </a:lnTo>
                  <a:lnTo>
                    <a:pt x="726" y="194"/>
                  </a:lnTo>
                  <a:lnTo>
                    <a:pt x="738" y="198"/>
                  </a:lnTo>
                  <a:lnTo>
                    <a:pt x="750" y="202"/>
                  </a:lnTo>
                  <a:lnTo>
                    <a:pt x="761" y="206"/>
                  </a:lnTo>
                  <a:lnTo>
                    <a:pt x="770" y="213"/>
                  </a:lnTo>
                  <a:lnTo>
                    <a:pt x="780" y="220"/>
                  </a:lnTo>
                  <a:lnTo>
                    <a:pt x="789" y="229"/>
                  </a:lnTo>
                  <a:lnTo>
                    <a:pt x="789" y="229"/>
                  </a:lnTo>
                  <a:lnTo>
                    <a:pt x="798" y="237"/>
                  </a:lnTo>
                  <a:lnTo>
                    <a:pt x="804" y="247"/>
                  </a:lnTo>
                  <a:lnTo>
                    <a:pt x="811" y="258"/>
                  </a:lnTo>
                  <a:lnTo>
                    <a:pt x="816" y="269"/>
                  </a:lnTo>
                  <a:lnTo>
                    <a:pt x="821" y="279"/>
                  </a:lnTo>
                  <a:lnTo>
                    <a:pt x="823" y="291"/>
                  </a:lnTo>
                  <a:lnTo>
                    <a:pt x="825" y="304"/>
                  </a:lnTo>
                  <a:lnTo>
                    <a:pt x="826" y="316"/>
                  </a:lnTo>
                  <a:lnTo>
                    <a:pt x="826" y="316"/>
                  </a:lnTo>
                  <a:lnTo>
                    <a:pt x="825" y="328"/>
                  </a:lnTo>
                  <a:lnTo>
                    <a:pt x="823" y="340"/>
                  </a:lnTo>
                  <a:lnTo>
                    <a:pt x="821" y="351"/>
                  </a:lnTo>
                  <a:lnTo>
                    <a:pt x="816" y="363"/>
                  </a:lnTo>
                  <a:lnTo>
                    <a:pt x="811" y="374"/>
                  </a:lnTo>
                  <a:lnTo>
                    <a:pt x="804" y="384"/>
                  </a:lnTo>
                  <a:lnTo>
                    <a:pt x="798" y="394"/>
                  </a:lnTo>
                  <a:lnTo>
                    <a:pt x="789" y="403"/>
                  </a:lnTo>
                  <a:lnTo>
                    <a:pt x="789" y="403"/>
                  </a:lnTo>
                  <a:close/>
                  <a:moveTo>
                    <a:pt x="918" y="274"/>
                  </a:moveTo>
                  <a:lnTo>
                    <a:pt x="888" y="304"/>
                  </a:lnTo>
                  <a:lnTo>
                    <a:pt x="888" y="304"/>
                  </a:lnTo>
                  <a:lnTo>
                    <a:pt x="887" y="287"/>
                  </a:lnTo>
                  <a:lnTo>
                    <a:pt x="884" y="271"/>
                  </a:lnTo>
                  <a:lnTo>
                    <a:pt x="879" y="255"/>
                  </a:lnTo>
                  <a:lnTo>
                    <a:pt x="872" y="238"/>
                  </a:lnTo>
                  <a:lnTo>
                    <a:pt x="865" y="223"/>
                  </a:lnTo>
                  <a:lnTo>
                    <a:pt x="856" y="209"/>
                  </a:lnTo>
                  <a:lnTo>
                    <a:pt x="846" y="196"/>
                  </a:lnTo>
                  <a:lnTo>
                    <a:pt x="835" y="184"/>
                  </a:lnTo>
                  <a:lnTo>
                    <a:pt x="835" y="184"/>
                  </a:lnTo>
                  <a:lnTo>
                    <a:pt x="822" y="172"/>
                  </a:lnTo>
                  <a:lnTo>
                    <a:pt x="808" y="161"/>
                  </a:lnTo>
                  <a:lnTo>
                    <a:pt x="794" y="153"/>
                  </a:lnTo>
                  <a:lnTo>
                    <a:pt x="779" y="145"/>
                  </a:lnTo>
                  <a:lnTo>
                    <a:pt x="764" y="139"/>
                  </a:lnTo>
                  <a:lnTo>
                    <a:pt x="748" y="134"/>
                  </a:lnTo>
                  <a:lnTo>
                    <a:pt x="730" y="131"/>
                  </a:lnTo>
                  <a:lnTo>
                    <a:pt x="714" y="129"/>
                  </a:lnTo>
                  <a:lnTo>
                    <a:pt x="743" y="100"/>
                  </a:lnTo>
                  <a:lnTo>
                    <a:pt x="743" y="100"/>
                  </a:lnTo>
                  <a:lnTo>
                    <a:pt x="743" y="100"/>
                  </a:lnTo>
                  <a:lnTo>
                    <a:pt x="753" y="91"/>
                  </a:lnTo>
                  <a:lnTo>
                    <a:pt x="763" y="84"/>
                  </a:lnTo>
                  <a:lnTo>
                    <a:pt x="773" y="78"/>
                  </a:lnTo>
                  <a:lnTo>
                    <a:pt x="784" y="73"/>
                  </a:lnTo>
                  <a:lnTo>
                    <a:pt x="795" y="69"/>
                  </a:lnTo>
                  <a:lnTo>
                    <a:pt x="807" y="66"/>
                  </a:lnTo>
                  <a:lnTo>
                    <a:pt x="818" y="64"/>
                  </a:lnTo>
                  <a:lnTo>
                    <a:pt x="831" y="64"/>
                  </a:lnTo>
                  <a:lnTo>
                    <a:pt x="831" y="64"/>
                  </a:lnTo>
                  <a:lnTo>
                    <a:pt x="843" y="64"/>
                  </a:lnTo>
                  <a:lnTo>
                    <a:pt x="855" y="66"/>
                  </a:lnTo>
                  <a:lnTo>
                    <a:pt x="867" y="69"/>
                  </a:lnTo>
                  <a:lnTo>
                    <a:pt x="879" y="73"/>
                  </a:lnTo>
                  <a:lnTo>
                    <a:pt x="889" y="78"/>
                  </a:lnTo>
                  <a:lnTo>
                    <a:pt x="899" y="84"/>
                  </a:lnTo>
                  <a:lnTo>
                    <a:pt x="909" y="91"/>
                  </a:lnTo>
                  <a:lnTo>
                    <a:pt x="918" y="100"/>
                  </a:lnTo>
                  <a:lnTo>
                    <a:pt x="918" y="100"/>
                  </a:lnTo>
                  <a:lnTo>
                    <a:pt x="927" y="109"/>
                  </a:lnTo>
                  <a:lnTo>
                    <a:pt x="933" y="118"/>
                  </a:lnTo>
                  <a:lnTo>
                    <a:pt x="940" y="129"/>
                  </a:lnTo>
                  <a:lnTo>
                    <a:pt x="945" y="140"/>
                  </a:lnTo>
                  <a:lnTo>
                    <a:pt x="949" y="150"/>
                  </a:lnTo>
                  <a:lnTo>
                    <a:pt x="951" y="162"/>
                  </a:lnTo>
                  <a:lnTo>
                    <a:pt x="954" y="174"/>
                  </a:lnTo>
                  <a:lnTo>
                    <a:pt x="955" y="187"/>
                  </a:lnTo>
                  <a:lnTo>
                    <a:pt x="955" y="187"/>
                  </a:lnTo>
                  <a:lnTo>
                    <a:pt x="954" y="199"/>
                  </a:lnTo>
                  <a:lnTo>
                    <a:pt x="951" y="211"/>
                  </a:lnTo>
                  <a:lnTo>
                    <a:pt x="949" y="222"/>
                  </a:lnTo>
                  <a:lnTo>
                    <a:pt x="945" y="234"/>
                  </a:lnTo>
                  <a:lnTo>
                    <a:pt x="940" y="245"/>
                  </a:lnTo>
                  <a:lnTo>
                    <a:pt x="933" y="256"/>
                  </a:lnTo>
                  <a:lnTo>
                    <a:pt x="927" y="265"/>
                  </a:lnTo>
                  <a:lnTo>
                    <a:pt x="918" y="274"/>
                  </a:lnTo>
                  <a:lnTo>
                    <a:pt x="918" y="274"/>
                  </a:lnTo>
                  <a:close/>
                  <a:moveTo>
                    <a:pt x="709" y="263"/>
                  </a:moveTo>
                  <a:lnTo>
                    <a:pt x="391" y="582"/>
                  </a:lnTo>
                  <a:lnTo>
                    <a:pt x="391" y="582"/>
                  </a:lnTo>
                  <a:lnTo>
                    <a:pt x="387" y="587"/>
                  </a:lnTo>
                  <a:lnTo>
                    <a:pt x="384" y="593"/>
                  </a:lnTo>
                  <a:lnTo>
                    <a:pt x="383" y="598"/>
                  </a:lnTo>
                  <a:lnTo>
                    <a:pt x="382" y="604"/>
                  </a:lnTo>
                  <a:lnTo>
                    <a:pt x="383" y="610"/>
                  </a:lnTo>
                  <a:lnTo>
                    <a:pt x="384" y="616"/>
                  </a:lnTo>
                  <a:lnTo>
                    <a:pt x="387" y="621"/>
                  </a:lnTo>
                  <a:lnTo>
                    <a:pt x="391" y="627"/>
                  </a:lnTo>
                  <a:lnTo>
                    <a:pt x="391" y="627"/>
                  </a:lnTo>
                  <a:lnTo>
                    <a:pt x="396" y="631"/>
                  </a:lnTo>
                  <a:lnTo>
                    <a:pt x="402" y="633"/>
                  </a:lnTo>
                  <a:lnTo>
                    <a:pt x="408" y="635"/>
                  </a:lnTo>
                  <a:lnTo>
                    <a:pt x="414" y="635"/>
                  </a:lnTo>
                  <a:lnTo>
                    <a:pt x="414" y="635"/>
                  </a:lnTo>
                  <a:lnTo>
                    <a:pt x="419" y="635"/>
                  </a:lnTo>
                  <a:lnTo>
                    <a:pt x="426" y="633"/>
                  </a:lnTo>
                  <a:lnTo>
                    <a:pt x="431" y="631"/>
                  </a:lnTo>
                  <a:lnTo>
                    <a:pt x="436" y="627"/>
                  </a:lnTo>
                  <a:lnTo>
                    <a:pt x="754" y="308"/>
                  </a:lnTo>
                  <a:lnTo>
                    <a:pt x="754" y="308"/>
                  </a:lnTo>
                  <a:lnTo>
                    <a:pt x="758" y="304"/>
                  </a:lnTo>
                  <a:lnTo>
                    <a:pt x="762" y="299"/>
                  </a:lnTo>
                  <a:lnTo>
                    <a:pt x="763" y="292"/>
                  </a:lnTo>
                  <a:lnTo>
                    <a:pt x="764" y="286"/>
                  </a:lnTo>
                  <a:lnTo>
                    <a:pt x="763" y="280"/>
                  </a:lnTo>
                  <a:lnTo>
                    <a:pt x="762" y="274"/>
                  </a:lnTo>
                  <a:lnTo>
                    <a:pt x="758" y="269"/>
                  </a:lnTo>
                  <a:lnTo>
                    <a:pt x="754" y="263"/>
                  </a:lnTo>
                  <a:lnTo>
                    <a:pt x="754" y="263"/>
                  </a:lnTo>
                  <a:lnTo>
                    <a:pt x="749" y="260"/>
                  </a:lnTo>
                  <a:lnTo>
                    <a:pt x="743" y="257"/>
                  </a:lnTo>
                  <a:lnTo>
                    <a:pt x="738" y="255"/>
                  </a:lnTo>
                  <a:lnTo>
                    <a:pt x="732" y="255"/>
                  </a:lnTo>
                  <a:lnTo>
                    <a:pt x="725" y="255"/>
                  </a:lnTo>
                  <a:lnTo>
                    <a:pt x="720" y="257"/>
                  </a:lnTo>
                  <a:lnTo>
                    <a:pt x="714" y="260"/>
                  </a:lnTo>
                  <a:lnTo>
                    <a:pt x="709" y="263"/>
                  </a:lnTo>
                  <a:lnTo>
                    <a:pt x="709" y="26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37" name="组合 81"/>
          <p:cNvGrpSpPr/>
          <p:nvPr/>
        </p:nvGrpSpPr>
        <p:grpSpPr>
          <a:xfrm>
            <a:off x="4744876" y="4805875"/>
            <a:ext cx="816000" cy="816000"/>
            <a:chOff x="4744876" y="4625399"/>
            <a:chExt cx="816000" cy="816000"/>
          </a:xfrm>
        </p:grpSpPr>
        <p:sp>
          <p:nvSpPr>
            <p:cNvPr id="38" name="椭圆 82"/>
            <p:cNvSpPr/>
            <p:nvPr/>
          </p:nvSpPr>
          <p:spPr>
            <a:xfrm>
              <a:off x="4744876" y="4625399"/>
              <a:ext cx="816000" cy="816000"/>
            </a:xfrm>
            <a:prstGeom prst="ellipse">
              <a:avLst/>
            </a:prstGeom>
            <a:solidFill>
              <a:schemeClr val="accent5"/>
            </a:solidFill>
            <a:ln w="5715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9" name="Freeform 89"/>
            <p:cNvSpPr>
              <a:spLocks noEditPoints="1"/>
            </p:cNvSpPr>
            <p:nvPr/>
          </p:nvSpPr>
          <p:spPr bwMode="auto">
            <a:xfrm>
              <a:off x="4991745" y="4871474"/>
              <a:ext cx="322263" cy="323850"/>
            </a:xfrm>
            <a:custGeom>
              <a:avLst/>
              <a:gdLst>
                <a:gd name="T0" fmla="*/ 820 w 1018"/>
                <a:gd name="T1" fmla="*/ 562 h 1018"/>
                <a:gd name="T2" fmla="*/ 766 w 1018"/>
                <a:gd name="T3" fmla="*/ 643 h 1018"/>
                <a:gd name="T4" fmla="*/ 754 w 1018"/>
                <a:gd name="T5" fmla="*/ 754 h 1018"/>
                <a:gd name="T6" fmla="*/ 273 w 1018"/>
                <a:gd name="T7" fmla="*/ 761 h 1018"/>
                <a:gd name="T8" fmla="*/ 254 w 1018"/>
                <a:gd name="T9" fmla="*/ 668 h 1018"/>
                <a:gd name="T10" fmla="*/ 217 w 1018"/>
                <a:gd name="T11" fmla="*/ 578 h 1018"/>
                <a:gd name="T12" fmla="*/ 127 w 1018"/>
                <a:gd name="T13" fmla="*/ 541 h 1018"/>
                <a:gd name="T14" fmla="*/ 46 w 1018"/>
                <a:gd name="T15" fmla="*/ 570 h 1018"/>
                <a:gd name="T16" fmla="*/ 1 w 1018"/>
                <a:gd name="T17" fmla="*/ 656 h 1018"/>
                <a:gd name="T18" fmla="*/ 12 w 1018"/>
                <a:gd name="T19" fmla="*/ 968 h 1018"/>
                <a:gd name="T20" fmla="*/ 66 w 1018"/>
                <a:gd name="T21" fmla="*/ 1014 h 1018"/>
                <a:gd name="T22" fmla="*/ 950 w 1018"/>
                <a:gd name="T23" fmla="*/ 1014 h 1018"/>
                <a:gd name="T24" fmla="*/ 1006 w 1018"/>
                <a:gd name="T25" fmla="*/ 968 h 1018"/>
                <a:gd name="T26" fmla="*/ 1017 w 1018"/>
                <a:gd name="T27" fmla="*/ 656 h 1018"/>
                <a:gd name="T28" fmla="*/ 971 w 1018"/>
                <a:gd name="T29" fmla="*/ 570 h 1018"/>
                <a:gd name="T30" fmla="*/ 890 w 1018"/>
                <a:gd name="T31" fmla="*/ 541 h 1018"/>
                <a:gd name="T32" fmla="*/ 934 w 1018"/>
                <a:gd name="T33" fmla="*/ 952 h 1018"/>
                <a:gd name="T34" fmla="*/ 73 w 1018"/>
                <a:gd name="T35" fmla="*/ 945 h 1018"/>
                <a:gd name="T36" fmla="*/ 64 w 1018"/>
                <a:gd name="T37" fmla="*/ 656 h 1018"/>
                <a:gd name="T38" fmla="*/ 127 w 1018"/>
                <a:gd name="T39" fmla="*/ 604 h 1018"/>
                <a:gd name="T40" fmla="*/ 185 w 1018"/>
                <a:gd name="T41" fmla="*/ 644 h 1018"/>
                <a:gd name="T42" fmla="*/ 195 w 1018"/>
                <a:gd name="T43" fmla="*/ 760 h 1018"/>
                <a:gd name="T44" fmla="*/ 240 w 1018"/>
                <a:gd name="T45" fmla="*/ 815 h 1018"/>
                <a:gd name="T46" fmla="*/ 741 w 1018"/>
                <a:gd name="T47" fmla="*/ 826 h 1018"/>
                <a:gd name="T48" fmla="*/ 805 w 1018"/>
                <a:gd name="T49" fmla="*/ 792 h 1018"/>
                <a:gd name="T50" fmla="*/ 827 w 1018"/>
                <a:gd name="T51" fmla="*/ 668 h 1018"/>
                <a:gd name="T52" fmla="*/ 866 w 1018"/>
                <a:gd name="T53" fmla="*/ 609 h 1018"/>
                <a:gd name="T54" fmla="*/ 926 w 1018"/>
                <a:gd name="T55" fmla="*/ 615 h 1018"/>
                <a:gd name="T56" fmla="*/ 428 w 1018"/>
                <a:gd name="T57" fmla="*/ 665 h 1018"/>
                <a:gd name="T58" fmla="*/ 499 w 1018"/>
                <a:gd name="T59" fmla="*/ 700 h 1018"/>
                <a:gd name="T60" fmla="*/ 575 w 1018"/>
                <a:gd name="T61" fmla="*/ 680 h 1018"/>
                <a:gd name="T62" fmla="*/ 843 w 1018"/>
                <a:gd name="T63" fmla="*/ 402 h 1018"/>
                <a:gd name="T64" fmla="*/ 857 w 1018"/>
                <a:gd name="T65" fmla="*/ 332 h 1018"/>
                <a:gd name="T66" fmla="*/ 825 w 1018"/>
                <a:gd name="T67" fmla="*/ 276 h 1018"/>
                <a:gd name="T68" fmla="*/ 764 w 1018"/>
                <a:gd name="T69" fmla="*/ 254 h 1018"/>
                <a:gd name="T70" fmla="*/ 697 w 1018"/>
                <a:gd name="T71" fmla="*/ 282 h 1018"/>
                <a:gd name="T72" fmla="*/ 597 w 1018"/>
                <a:gd name="T73" fmla="*/ 58 h 1018"/>
                <a:gd name="T74" fmla="*/ 547 w 1018"/>
                <a:gd name="T75" fmla="*/ 8 h 1018"/>
                <a:gd name="T76" fmla="*/ 482 w 1018"/>
                <a:gd name="T77" fmla="*/ 4 h 1018"/>
                <a:gd name="T78" fmla="*/ 426 w 1018"/>
                <a:gd name="T79" fmla="*/ 50 h 1018"/>
                <a:gd name="T80" fmla="*/ 323 w 1018"/>
                <a:gd name="T81" fmla="*/ 282 h 1018"/>
                <a:gd name="T82" fmla="*/ 265 w 1018"/>
                <a:gd name="T83" fmla="*/ 255 h 1018"/>
                <a:gd name="T84" fmla="*/ 203 w 1018"/>
                <a:gd name="T85" fmla="*/ 270 h 1018"/>
                <a:gd name="T86" fmla="*/ 164 w 1018"/>
                <a:gd name="T87" fmla="*/ 322 h 1018"/>
                <a:gd name="T88" fmla="*/ 167 w 1018"/>
                <a:gd name="T89" fmla="*/ 386 h 1018"/>
                <a:gd name="T90" fmla="*/ 238 w 1018"/>
                <a:gd name="T91" fmla="*/ 324 h 1018"/>
                <a:gd name="T92" fmla="*/ 278 w 1018"/>
                <a:gd name="T93" fmla="*/ 328 h 1018"/>
                <a:gd name="T94" fmla="*/ 427 w 1018"/>
                <a:gd name="T95" fmla="*/ 433 h 1018"/>
                <a:gd name="T96" fmla="*/ 478 w 1018"/>
                <a:gd name="T97" fmla="*/ 371 h 1018"/>
                <a:gd name="T98" fmla="*/ 492 w 1018"/>
                <a:gd name="T99" fmla="*/ 70 h 1018"/>
                <a:gd name="T100" fmla="*/ 512 w 1018"/>
                <a:gd name="T101" fmla="*/ 64 h 1018"/>
                <a:gd name="T102" fmla="*/ 541 w 1018"/>
                <a:gd name="T103" fmla="*/ 95 h 1018"/>
                <a:gd name="T104" fmla="*/ 570 w 1018"/>
                <a:gd name="T105" fmla="*/ 424 h 1018"/>
                <a:gd name="T106" fmla="*/ 649 w 1018"/>
                <a:gd name="T107" fmla="*/ 416 h 1018"/>
                <a:gd name="T108" fmla="*/ 770 w 1018"/>
                <a:gd name="T109" fmla="*/ 319 h 1018"/>
                <a:gd name="T110" fmla="*/ 796 w 1018"/>
                <a:gd name="T111" fmla="*/ 350 h 1018"/>
                <a:gd name="T112" fmla="*/ 544 w 1018"/>
                <a:gd name="T113" fmla="*/ 623 h 1018"/>
                <a:gd name="T114" fmla="*/ 480 w 1018"/>
                <a:gd name="T115" fmla="*/ 628 h 1018"/>
                <a:gd name="T116" fmla="*/ 224 w 1018"/>
                <a:gd name="T117" fmla="*/ 344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18" h="1018">
                  <a:moveTo>
                    <a:pt x="890" y="541"/>
                  </a:moveTo>
                  <a:lnTo>
                    <a:pt x="890" y="541"/>
                  </a:lnTo>
                  <a:lnTo>
                    <a:pt x="877" y="542"/>
                  </a:lnTo>
                  <a:lnTo>
                    <a:pt x="865" y="543"/>
                  </a:lnTo>
                  <a:lnTo>
                    <a:pt x="853" y="546"/>
                  </a:lnTo>
                  <a:lnTo>
                    <a:pt x="841" y="550"/>
                  </a:lnTo>
                  <a:lnTo>
                    <a:pt x="829" y="556"/>
                  </a:lnTo>
                  <a:lnTo>
                    <a:pt x="820" y="562"/>
                  </a:lnTo>
                  <a:lnTo>
                    <a:pt x="810" y="570"/>
                  </a:lnTo>
                  <a:lnTo>
                    <a:pt x="800" y="578"/>
                  </a:lnTo>
                  <a:lnTo>
                    <a:pt x="792" y="587"/>
                  </a:lnTo>
                  <a:lnTo>
                    <a:pt x="785" y="597"/>
                  </a:lnTo>
                  <a:lnTo>
                    <a:pt x="779" y="607"/>
                  </a:lnTo>
                  <a:lnTo>
                    <a:pt x="773" y="619"/>
                  </a:lnTo>
                  <a:lnTo>
                    <a:pt x="769" y="630"/>
                  </a:lnTo>
                  <a:lnTo>
                    <a:pt x="766" y="643"/>
                  </a:lnTo>
                  <a:lnTo>
                    <a:pt x="764" y="656"/>
                  </a:lnTo>
                  <a:lnTo>
                    <a:pt x="763" y="668"/>
                  </a:lnTo>
                  <a:lnTo>
                    <a:pt x="763" y="732"/>
                  </a:lnTo>
                  <a:lnTo>
                    <a:pt x="763" y="732"/>
                  </a:lnTo>
                  <a:lnTo>
                    <a:pt x="763" y="738"/>
                  </a:lnTo>
                  <a:lnTo>
                    <a:pt x="761" y="744"/>
                  </a:lnTo>
                  <a:lnTo>
                    <a:pt x="757" y="749"/>
                  </a:lnTo>
                  <a:lnTo>
                    <a:pt x="754" y="754"/>
                  </a:lnTo>
                  <a:lnTo>
                    <a:pt x="749" y="757"/>
                  </a:lnTo>
                  <a:lnTo>
                    <a:pt x="743" y="761"/>
                  </a:lnTo>
                  <a:lnTo>
                    <a:pt x="738" y="763"/>
                  </a:lnTo>
                  <a:lnTo>
                    <a:pt x="732" y="764"/>
                  </a:lnTo>
                  <a:lnTo>
                    <a:pt x="286" y="764"/>
                  </a:lnTo>
                  <a:lnTo>
                    <a:pt x="286" y="764"/>
                  </a:lnTo>
                  <a:lnTo>
                    <a:pt x="280" y="763"/>
                  </a:lnTo>
                  <a:lnTo>
                    <a:pt x="273" y="761"/>
                  </a:lnTo>
                  <a:lnTo>
                    <a:pt x="268" y="757"/>
                  </a:lnTo>
                  <a:lnTo>
                    <a:pt x="264" y="754"/>
                  </a:lnTo>
                  <a:lnTo>
                    <a:pt x="259" y="749"/>
                  </a:lnTo>
                  <a:lnTo>
                    <a:pt x="256" y="744"/>
                  </a:lnTo>
                  <a:lnTo>
                    <a:pt x="255" y="738"/>
                  </a:lnTo>
                  <a:lnTo>
                    <a:pt x="254" y="732"/>
                  </a:lnTo>
                  <a:lnTo>
                    <a:pt x="254" y="668"/>
                  </a:lnTo>
                  <a:lnTo>
                    <a:pt x="254" y="668"/>
                  </a:lnTo>
                  <a:lnTo>
                    <a:pt x="253" y="656"/>
                  </a:lnTo>
                  <a:lnTo>
                    <a:pt x="252" y="643"/>
                  </a:lnTo>
                  <a:lnTo>
                    <a:pt x="249" y="630"/>
                  </a:lnTo>
                  <a:lnTo>
                    <a:pt x="244" y="619"/>
                  </a:lnTo>
                  <a:lnTo>
                    <a:pt x="239" y="607"/>
                  </a:lnTo>
                  <a:lnTo>
                    <a:pt x="233" y="597"/>
                  </a:lnTo>
                  <a:lnTo>
                    <a:pt x="225" y="587"/>
                  </a:lnTo>
                  <a:lnTo>
                    <a:pt x="217" y="578"/>
                  </a:lnTo>
                  <a:lnTo>
                    <a:pt x="208" y="570"/>
                  </a:lnTo>
                  <a:lnTo>
                    <a:pt x="198" y="562"/>
                  </a:lnTo>
                  <a:lnTo>
                    <a:pt x="188" y="556"/>
                  </a:lnTo>
                  <a:lnTo>
                    <a:pt x="177" y="550"/>
                  </a:lnTo>
                  <a:lnTo>
                    <a:pt x="165" y="546"/>
                  </a:lnTo>
                  <a:lnTo>
                    <a:pt x="152" y="543"/>
                  </a:lnTo>
                  <a:lnTo>
                    <a:pt x="140" y="542"/>
                  </a:lnTo>
                  <a:lnTo>
                    <a:pt x="127" y="541"/>
                  </a:lnTo>
                  <a:lnTo>
                    <a:pt x="127" y="541"/>
                  </a:lnTo>
                  <a:lnTo>
                    <a:pt x="114" y="542"/>
                  </a:lnTo>
                  <a:lnTo>
                    <a:pt x="102" y="543"/>
                  </a:lnTo>
                  <a:lnTo>
                    <a:pt x="89" y="546"/>
                  </a:lnTo>
                  <a:lnTo>
                    <a:pt x="77" y="550"/>
                  </a:lnTo>
                  <a:lnTo>
                    <a:pt x="66" y="556"/>
                  </a:lnTo>
                  <a:lnTo>
                    <a:pt x="56" y="562"/>
                  </a:lnTo>
                  <a:lnTo>
                    <a:pt x="46" y="570"/>
                  </a:lnTo>
                  <a:lnTo>
                    <a:pt x="37" y="578"/>
                  </a:lnTo>
                  <a:lnTo>
                    <a:pt x="29" y="587"/>
                  </a:lnTo>
                  <a:lnTo>
                    <a:pt x="21" y="597"/>
                  </a:lnTo>
                  <a:lnTo>
                    <a:pt x="15" y="607"/>
                  </a:lnTo>
                  <a:lnTo>
                    <a:pt x="9" y="619"/>
                  </a:lnTo>
                  <a:lnTo>
                    <a:pt x="5" y="630"/>
                  </a:lnTo>
                  <a:lnTo>
                    <a:pt x="2" y="643"/>
                  </a:lnTo>
                  <a:lnTo>
                    <a:pt x="1" y="656"/>
                  </a:lnTo>
                  <a:lnTo>
                    <a:pt x="0" y="668"/>
                  </a:lnTo>
                  <a:lnTo>
                    <a:pt x="0" y="923"/>
                  </a:lnTo>
                  <a:lnTo>
                    <a:pt x="0" y="923"/>
                  </a:lnTo>
                  <a:lnTo>
                    <a:pt x="0" y="932"/>
                  </a:lnTo>
                  <a:lnTo>
                    <a:pt x="2" y="942"/>
                  </a:lnTo>
                  <a:lnTo>
                    <a:pt x="4" y="951"/>
                  </a:lnTo>
                  <a:lnTo>
                    <a:pt x="7" y="959"/>
                  </a:lnTo>
                  <a:lnTo>
                    <a:pt x="12" y="968"/>
                  </a:lnTo>
                  <a:lnTo>
                    <a:pt x="16" y="975"/>
                  </a:lnTo>
                  <a:lnTo>
                    <a:pt x="21" y="983"/>
                  </a:lnTo>
                  <a:lnTo>
                    <a:pt x="28" y="990"/>
                  </a:lnTo>
                  <a:lnTo>
                    <a:pt x="34" y="996"/>
                  </a:lnTo>
                  <a:lnTo>
                    <a:pt x="42" y="1001"/>
                  </a:lnTo>
                  <a:lnTo>
                    <a:pt x="50" y="1006"/>
                  </a:lnTo>
                  <a:lnTo>
                    <a:pt x="58" y="1011"/>
                  </a:lnTo>
                  <a:lnTo>
                    <a:pt x="66" y="1014"/>
                  </a:lnTo>
                  <a:lnTo>
                    <a:pt x="76" y="1016"/>
                  </a:lnTo>
                  <a:lnTo>
                    <a:pt x="86" y="1017"/>
                  </a:lnTo>
                  <a:lnTo>
                    <a:pt x="95" y="1018"/>
                  </a:lnTo>
                  <a:lnTo>
                    <a:pt x="923" y="1018"/>
                  </a:lnTo>
                  <a:lnTo>
                    <a:pt x="923" y="1018"/>
                  </a:lnTo>
                  <a:lnTo>
                    <a:pt x="932" y="1017"/>
                  </a:lnTo>
                  <a:lnTo>
                    <a:pt x="941" y="1016"/>
                  </a:lnTo>
                  <a:lnTo>
                    <a:pt x="950" y="1014"/>
                  </a:lnTo>
                  <a:lnTo>
                    <a:pt x="959" y="1011"/>
                  </a:lnTo>
                  <a:lnTo>
                    <a:pt x="968" y="1006"/>
                  </a:lnTo>
                  <a:lnTo>
                    <a:pt x="975" y="1001"/>
                  </a:lnTo>
                  <a:lnTo>
                    <a:pt x="983" y="996"/>
                  </a:lnTo>
                  <a:lnTo>
                    <a:pt x="989" y="990"/>
                  </a:lnTo>
                  <a:lnTo>
                    <a:pt x="996" y="983"/>
                  </a:lnTo>
                  <a:lnTo>
                    <a:pt x="1001" y="975"/>
                  </a:lnTo>
                  <a:lnTo>
                    <a:pt x="1006" y="968"/>
                  </a:lnTo>
                  <a:lnTo>
                    <a:pt x="1011" y="959"/>
                  </a:lnTo>
                  <a:lnTo>
                    <a:pt x="1013" y="951"/>
                  </a:lnTo>
                  <a:lnTo>
                    <a:pt x="1016" y="942"/>
                  </a:lnTo>
                  <a:lnTo>
                    <a:pt x="1017" y="932"/>
                  </a:lnTo>
                  <a:lnTo>
                    <a:pt x="1018" y="923"/>
                  </a:lnTo>
                  <a:lnTo>
                    <a:pt x="1018" y="668"/>
                  </a:lnTo>
                  <a:lnTo>
                    <a:pt x="1018" y="668"/>
                  </a:lnTo>
                  <a:lnTo>
                    <a:pt x="1017" y="656"/>
                  </a:lnTo>
                  <a:lnTo>
                    <a:pt x="1015" y="643"/>
                  </a:lnTo>
                  <a:lnTo>
                    <a:pt x="1012" y="630"/>
                  </a:lnTo>
                  <a:lnTo>
                    <a:pt x="1007" y="619"/>
                  </a:lnTo>
                  <a:lnTo>
                    <a:pt x="1002" y="607"/>
                  </a:lnTo>
                  <a:lnTo>
                    <a:pt x="996" y="597"/>
                  </a:lnTo>
                  <a:lnTo>
                    <a:pt x="988" y="587"/>
                  </a:lnTo>
                  <a:lnTo>
                    <a:pt x="980" y="578"/>
                  </a:lnTo>
                  <a:lnTo>
                    <a:pt x="971" y="570"/>
                  </a:lnTo>
                  <a:lnTo>
                    <a:pt x="961" y="562"/>
                  </a:lnTo>
                  <a:lnTo>
                    <a:pt x="950" y="556"/>
                  </a:lnTo>
                  <a:lnTo>
                    <a:pt x="940" y="550"/>
                  </a:lnTo>
                  <a:lnTo>
                    <a:pt x="928" y="546"/>
                  </a:lnTo>
                  <a:lnTo>
                    <a:pt x="916" y="543"/>
                  </a:lnTo>
                  <a:lnTo>
                    <a:pt x="903" y="542"/>
                  </a:lnTo>
                  <a:lnTo>
                    <a:pt x="890" y="541"/>
                  </a:lnTo>
                  <a:lnTo>
                    <a:pt x="890" y="541"/>
                  </a:lnTo>
                  <a:close/>
                  <a:moveTo>
                    <a:pt x="954" y="923"/>
                  </a:moveTo>
                  <a:lnTo>
                    <a:pt x="954" y="923"/>
                  </a:lnTo>
                  <a:lnTo>
                    <a:pt x="954" y="929"/>
                  </a:lnTo>
                  <a:lnTo>
                    <a:pt x="952" y="935"/>
                  </a:lnTo>
                  <a:lnTo>
                    <a:pt x="948" y="940"/>
                  </a:lnTo>
                  <a:lnTo>
                    <a:pt x="945" y="945"/>
                  </a:lnTo>
                  <a:lnTo>
                    <a:pt x="940" y="948"/>
                  </a:lnTo>
                  <a:lnTo>
                    <a:pt x="934" y="952"/>
                  </a:lnTo>
                  <a:lnTo>
                    <a:pt x="929" y="954"/>
                  </a:lnTo>
                  <a:lnTo>
                    <a:pt x="923" y="954"/>
                  </a:lnTo>
                  <a:lnTo>
                    <a:pt x="95" y="954"/>
                  </a:lnTo>
                  <a:lnTo>
                    <a:pt x="95" y="954"/>
                  </a:lnTo>
                  <a:lnTo>
                    <a:pt x="89" y="954"/>
                  </a:lnTo>
                  <a:lnTo>
                    <a:pt x="82" y="952"/>
                  </a:lnTo>
                  <a:lnTo>
                    <a:pt x="77" y="948"/>
                  </a:lnTo>
                  <a:lnTo>
                    <a:pt x="73" y="945"/>
                  </a:lnTo>
                  <a:lnTo>
                    <a:pt x="68" y="940"/>
                  </a:lnTo>
                  <a:lnTo>
                    <a:pt x="66" y="935"/>
                  </a:lnTo>
                  <a:lnTo>
                    <a:pt x="64" y="929"/>
                  </a:lnTo>
                  <a:lnTo>
                    <a:pt x="63" y="923"/>
                  </a:lnTo>
                  <a:lnTo>
                    <a:pt x="63" y="668"/>
                  </a:lnTo>
                  <a:lnTo>
                    <a:pt x="63" y="668"/>
                  </a:lnTo>
                  <a:lnTo>
                    <a:pt x="64" y="662"/>
                  </a:lnTo>
                  <a:lnTo>
                    <a:pt x="64" y="656"/>
                  </a:lnTo>
                  <a:lnTo>
                    <a:pt x="68" y="644"/>
                  </a:lnTo>
                  <a:lnTo>
                    <a:pt x="74" y="632"/>
                  </a:lnTo>
                  <a:lnTo>
                    <a:pt x="82" y="623"/>
                  </a:lnTo>
                  <a:lnTo>
                    <a:pt x="91" y="615"/>
                  </a:lnTo>
                  <a:lnTo>
                    <a:pt x="102" y="609"/>
                  </a:lnTo>
                  <a:lnTo>
                    <a:pt x="115" y="606"/>
                  </a:lnTo>
                  <a:lnTo>
                    <a:pt x="120" y="605"/>
                  </a:lnTo>
                  <a:lnTo>
                    <a:pt x="127" y="604"/>
                  </a:lnTo>
                  <a:lnTo>
                    <a:pt x="127" y="604"/>
                  </a:lnTo>
                  <a:lnTo>
                    <a:pt x="134" y="605"/>
                  </a:lnTo>
                  <a:lnTo>
                    <a:pt x="139" y="606"/>
                  </a:lnTo>
                  <a:lnTo>
                    <a:pt x="152" y="609"/>
                  </a:lnTo>
                  <a:lnTo>
                    <a:pt x="163" y="615"/>
                  </a:lnTo>
                  <a:lnTo>
                    <a:pt x="171" y="623"/>
                  </a:lnTo>
                  <a:lnTo>
                    <a:pt x="180" y="632"/>
                  </a:lnTo>
                  <a:lnTo>
                    <a:pt x="185" y="644"/>
                  </a:lnTo>
                  <a:lnTo>
                    <a:pt x="190" y="656"/>
                  </a:lnTo>
                  <a:lnTo>
                    <a:pt x="190" y="662"/>
                  </a:lnTo>
                  <a:lnTo>
                    <a:pt x="191" y="668"/>
                  </a:lnTo>
                  <a:lnTo>
                    <a:pt x="191" y="732"/>
                  </a:lnTo>
                  <a:lnTo>
                    <a:pt x="191" y="732"/>
                  </a:lnTo>
                  <a:lnTo>
                    <a:pt x="191" y="741"/>
                  </a:lnTo>
                  <a:lnTo>
                    <a:pt x="193" y="751"/>
                  </a:lnTo>
                  <a:lnTo>
                    <a:pt x="195" y="760"/>
                  </a:lnTo>
                  <a:lnTo>
                    <a:pt x="198" y="768"/>
                  </a:lnTo>
                  <a:lnTo>
                    <a:pt x="203" y="777"/>
                  </a:lnTo>
                  <a:lnTo>
                    <a:pt x="207" y="785"/>
                  </a:lnTo>
                  <a:lnTo>
                    <a:pt x="212" y="792"/>
                  </a:lnTo>
                  <a:lnTo>
                    <a:pt x="219" y="799"/>
                  </a:lnTo>
                  <a:lnTo>
                    <a:pt x="225" y="806"/>
                  </a:lnTo>
                  <a:lnTo>
                    <a:pt x="233" y="811"/>
                  </a:lnTo>
                  <a:lnTo>
                    <a:pt x="240" y="815"/>
                  </a:lnTo>
                  <a:lnTo>
                    <a:pt x="249" y="820"/>
                  </a:lnTo>
                  <a:lnTo>
                    <a:pt x="257" y="823"/>
                  </a:lnTo>
                  <a:lnTo>
                    <a:pt x="267" y="825"/>
                  </a:lnTo>
                  <a:lnTo>
                    <a:pt x="277" y="826"/>
                  </a:lnTo>
                  <a:lnTo>
                    <a:pt x="286" y="827"/>
                  </a:lnTo>
                  <a:lnTo>
                    <a:pt x="732" y="827"/>
                  </a:lnTo>
                  <a:lnTo>
                    <a:pt x="732" y="827"/>
                  </a:lnTo>
                  <a:lnTo>
                    <a:pt x="741" y="826"/>
                  </a:lnTo>
                  <a:lnTo>
                    <a:pt x="751" y="825"/>
                  </a:lnTo>
                  <a:lnTo>
                    <a:pt x="759" y="823"/>
                  </a:lnTo>
                  <a:lnTo>
                    <a:pt x="768" y="820"/>
                  </a:lnTo>
                  <a:lnTo>
                    <a:pt x="777" y="815"/>
                  </a:lnTo>
                  <a:lnTo>
                    <a:pt x="784" y="811"/>
                  </a:lnTo>
                  <a:lnTo>
                    <a:pt x="792" y="806"/>
                  </a:lnTo>
                  <a:lnTo>
                    <a:pt x="799" y="799"/>
                  </a:lnTo>
                  <a:lnTo>
                    <a:pt x="805" y="792"/>
                  </a:lnTo>
                  <a:lnTo>
                    <a:pt x="810" y="785"/>
                  </a:lnTo>
                  <a:lnTo>
                    <a:pt x="815" y="777"/>
                  </a:lnTo>
                  <a:lnTo>
                    <a:pt x="820" y="768"/>
                  </a:lnTo>
                  <a:lnTo>
                    <a:pt x="823" y="760"/>
                  </a:lnTo>
                  <a:lnTo>
                    <a:pt x="825" y="751"/>
                  </a:lnTo>
                  <a:lnTo>
                    <a:pt x="826" y="741"/>
                  </a:lnTo>
                  <a:lnTo>
                    <a:pt x="827" y="732"/>
                  </a:lnTo>
                  <a:lnTo>
                    <a:pt x="827" y="668"/>
                  </a:lnTo>
                  <a:lnTo>
                    <a:pt x="827" y="668"/>
                  </a:lnTo>
                  <a:lnTo>
                    <a:pt x="827" y="662"/>
                  </a:lnTo>
                  <a:lnTo>
                    <a:pt x="828" y="656"/>
                  </a:lnTo>
                  <a:lnTo>
                    <a:pt x="831" y="644"/>
                  </a:lnTo>
                  <a:lnTo>
                    <a:pt x="838" y="632"/>
                  </a:lnTo>
                  <a:lnTo>
                    <a:pt x="845" y="623"/>
                  </a:lnTo>
                  <a:lnTo>
                    <a:pt x="855" y="615"/>
                  </a:lnTo>
                  <a:lnTo>
                    <a:pt x="866" y="609"/>
                  </a:lnTo>
                  <a:lnTo>
                    <a:pt x="877" y="606"/>
                  </a:lnTo>
                  <a:lnTo>
                    <a:pt x="884" y="605"/>
                  </a:lnTo>
                  <a:lnTo>
                    <a:pt x="890" y="604"/>
                  </a:lnTo>
                  <a:lnTo>
                    <a:pt x="890" y="604"/>
                  </a:lnTo>
                  <a:lnTo>
                    <a:pt x="897" y="605"/>
                  </a:lnTo>
                  <a:lnTo>
                    <a:pt x="903" y="606"/>
                  </a:lnTo>
                  <a:lnTo>
                    <a:pt x="915" y="609"/>
                  </a:lnTo>
                  <a:lnTo>
                    <a:pt x="926" y="615"/>
                  </a:lnTo>
                  <a:lnTo>
                    <a:pt x="935" y="623"/>
                  </a:lnTo>
                  <a:lnTo>
                    <a:pt x="943" y="632"/>
                  </a:lnTo>
                  <a:lnTo>
                    <a:pt x="949" y="644"/>
                  </a:lnTo>
                  <a:lnTo>
                    <a:pt x="953" y="656"/>
                  </a:lnTo>
                  <a:lnTo>
                    <a:pt x="954" y="662"/>
                  </a:lnTo>
                  <a:lnTo>
                    <a:pt x="954" y="668"/>
                  </a:lnTo>
                  <a:lnTo>
                    <a:pt x="954" y="923"/>
                  </a:lnTo>
                  <a:close/>
                  <a:moveTo>
                    <a:pt x="428" y="665"/>
                  </a:moveTo>
                  <a:lnTo>
                    <a:pt x="428" y="665"/>
                  </a:lnTo>
                  <a:lnTo>
                    <a:pt x="437" y="674"/>
                  </a:lnTo>
                  <a:lnTo>
                    <a:pt x="445" y="680"/>
                  </a:lnTo>
                  <a:lnTo>
                    <a:pt x="455" y="687"/>
                  </a:lnTo>
                  <a:lnTo>
                    <a:pt x="465" y="691"/>
                  </a:lnTo>
                  <a:lnTo>
                    <a:pt x="476" y="695"/>
                  </a:lnTo>
                  <a:lnTo>
                    <a:pt x="487" y="697"/>
                  </a:lnTo>
                  <a:lnTo>
                    <a:pt x="499" y="700"/>
                  </a:lnTo>
                  <a:lnTo>
                    <a:pt x="509" y="700"/>
                  </a:lnTo>
                  <a:lnTo>
                    <a:pt x="509" y="700"/>
                  </a:lnTo>
                  <a:lnTo>
                    <a:pt x="521" y="700"/>
                  </a:lnTo>
                  <a:lnTo>
                    <a:pt x="533" y="697"/>
                  </a:lnTo>
                  <a:lnTo>
                    <a:pt x="544" y="695"/>
                  </a:lnTo>
                  <a:lnTo>
                    <a:pt x="555" y="691"/>
                  </a:lnTo>
                  <a:lnTo>
                    <a:pt x="565" y="687"/>
                  </a:lnTo>
                  <a:lnTo>
                    <a:pt x="575" y="680"/>
                  </a:lnTo>
                  <a:lnTo>
                    <a:pt x="583" y="674"/>
                  </a:lnTo>
                  <a:lnTo>
                    <a:pt x="592" y="665"/>
                  </a:lnTo>
                  <a:lnTo>
                    <a:pt x="592" y="665"/>
                  </a:lnTo>
                  <a:lnTo>
                    <a:pt x="596" y="661"/>
                  </a:lnTo>
                  <a:lnTo>
                    <a:pt x="831" y="417"/>
                  </a:lnTo>
                  <a:lnTo>
                    <a:pt x="831" y="417"/>
                  </a:lnTo>
                  <a:lnTo>
                    <a:pt x="838" y="411"/>
                  </a:lnTo>
                  <a:lnTo>
                    <a:pt x="843" y="402"/>
                  </a:lnTo>
                  <a:lnTo>
                    <a:pt x="847" y="395"/>
                  </a:lnTo>
                  <a:lnTo>
                    <a:pt x="852" y="386"/>
                  </a:lnTo>
                  <a:lnTo>
                    <a:pt x="855" y="378"/>
                  </a:lnTo>
                  <a:lnTo>
                    <a:pt x="857" y="368"/>
                  </a:lnTo>
                  <a:lnTo>
                    <a:pt x="858" y="359"/>
                  </a:lnTo>
                  <a:lnTo>
                    <a:pt x="858" y="350"/>
                  </a:lnTo>
                  <a:lnTo>
                    <a:pt x="858" y="341"/>
                  </a:lnTo>
                  <a:lnTo>
                    <a:pt x="857" y="332"/>
                  </a:lnTo>
                  <a:lnTo>
                    <a:pt x="855" y="323"/>
                  </a:lnTo>
                  <a:lnTo>
                    <a:pt x="852" y="313"/>
                  </a:lnTo>
                  <a:lnTo>
                    <a:pt x="847" y="306"/>
                  </a:lnTo>
                  <a:lnTo>
                    <a:pt x="843" y="297"/>
                  </a:lnTo>
                  <a:lnTo>
                    <a:pt x="838" y="290"/>
                  </a:lnTo>
                  <a:lnTo>
                    <a:pt x="831" y="282"/>
                  </a:lnTo>
                  <a:lnTo>
                    <a:pt x="831" y="282"/>
                  </a:lnTo>
                  <a:lnTo>
                    <a:pt x="825" y="276"/>
                  </a:lnTo>
                  <a:lnTo>
                    <a:pt x="817" y="270"/>
                  </a:lnTo>
                  <a:lnTo>
                    <a:pt x="809" y="266"/>
                  </a:lnTo>
                  <a:lnTo>
                    <a:pt x="800" y="262"/>
                  </a:lnTo>
                  <a:lnTo>
                    <a:pt x="792" y="259"/>
                  </a:lnTo>
                  <a:lnTo>
                    <a:pt x="783" y="256"/>
                  </a:lnTo>
                  <a:lnTo>
                    <a:pt x="773" y="255"/>
                  </a:lnTo>
                  <a:lnTo>
                    <a:pt x="764" y="254"/>
                  </a:lnTo>
                  <a:lnTo>
                    <a:pt x="764" y="254"/>
                  </a:lnTo>
                  <a:lnTo>
                    <a:pt x="754" y="255"/>
                  </a:lnTo>
                  <a:lnTo>
                    <a:pt x="746" y="256"/>
                  </a:lnTo>
                  <a:lnTo>
                    <a:pt x="736" y="259"/>
                  </a:lnTo>
                  <a:lnTo>
                    <a:pt x="727" y="262"/>
                  </a:lnTo>
                  <a:lnTo>
                    <a:pt x="720" y="266"/>
                  </a:lnTo>
                  <a:lnTo>
                    <a:pt x="711" y="270"/>
                  </a:lnTo>
                  <a:lnTo>
                    <a:pt x="704" y="276"/>
                  </a:lnTo>
                  <a:lnTo>
                    <a:pt x="697" y="282"/>
                  </a:lnTo>
                  <a:lnTo>
                    <a:pt x="605" y="371"/>
                  </a:lnTo>
                  <a:lnTo>
                    <a:pt x="605" y="95"/>
                  </a:lnTo>
                  <a:lnTo>
                    <a:pt x="605" y="95"/>
                  </a:lnTo>
                  <a:lnTo>
                    <a:pt x="605" y="95"/>
                  </a:lnTo>
                  <a:lnTo>
                    <a:pt x="605" y="86"/>
                  </a:lnTo>
                  <a:lnTo>
                    <a:pt x="603" y="76"/>
                  </a:lnTo>
                  <a:lnTo>
                    <a:pt x="601" y="68"/>
                  </a:lnTo>
                  <a:lnTo>
                    <a:pt x="597" y="58"/>
                  </a:lnTo>
                  <a:lnTo>
                    <a:pt x="593" y="50"/>
                  </a:lnTo>
                  <a:lnTo>
                    <a:pt x="589" y="42"/>
                  </a:lnTo>
                  <a:lnTo>
                    <a:pt x="583" y="35"/>
                  </a:lnTo>
                  <a:lnTo>
                    <a:pt x="577" y="28"/>
                  </a:lnTo>
                  <a:lnTo>
                    <a:pt x="571" y="21"/>
                  </a:lnTo>
                  <a:lnTo>
                    <a:pt x="563" y="16"/>
                  </a:lnTo>
                  <a:lnTo>
                    <a:pt x="555" y="12"/>
                  </a:lnTo>
                  <a:lnTo>
                    <a:pt x="547" y="8"/>
                  </a:lnTo>
                  <a:lnTo>
                    <a:pt x="538" y="4"/>
                  </a:lnTo>
                  <a:lnTo>
                    <a:pt x="529" y="2"/>
                  </a:lnTo>
                  <a:lnTo>
                    <a:pt x="519" y="1"/>
                  </a:lnTo>
                  <a:lnTo>
                    <a:pt x="509" y="0"/>
                  </a:lnTo>
                  <a:lnTo>
                    <a:pt x="509" y="0"/>
                  </a:lnTo>
                  <a:lnTo>
                    <a:pt x="500" y="1"/>
                  </a:lnTo>
                  <a:lnTo>
                    <a:pt x="490" y="2"/>
                  </a:lnTo>
                  <a:lnTo>
                    <a:pt x="482" y="4"/>
                  </a:lnTo>
                  <a:lnTo>
                    <a:pt x="473" y="8"/>
                  </a:lnTo>
                  <a:lnTo>
                    <a:pt x="464" y="12"/>
                  </a:lnTo>
                  <a:lnTo>
                    <a:pt x="456" y="16"/>
                  </a:lnTo>
                  <a:lnTo>
                    <a:pt x="449" y="21"/>
                  </a:lnTo>
                  <a:lnTo>
                    <a:pt x="442" y="28"/>
                  </a:lnTo>
                  <a:lnTo>
                    <a:pt x="435" y="35"/>
                  </a:lnTo>
                  <a:lnTo>
                    <a:pt x="430" y="42"/>
                  </a:lnTo>
                  <a:lnTo>
                    <a:pt x="426" y="50"/>
                  </a:lnTo>
                  <a:lnTo>
                    <a:pt x="421" y="58"/>
                  </a:lnTo>
                  <a:lnTo>
                    <a:pt x="418" y="68"/>
                  </a:lnTo>
                  <a:lnTo>
                    <a:pt x="416" y="76"/>
                  </a:lnTo>
                  <a:lnTo>
                    <a:pt x="415" y="86"/>
                  </a:lnTo>
                  <a:lnTo>
                    <a:pt x="414" y="95"/>
                  </a:lnTo>
                  <a:lnTo>
                    <a:pt x="415" y="95"/>
                  </a:lnTo>
                  <a:lnTo>
                    <a:pt x="414" y="371"/>
                  </a:lnTo>
                  <a:lnTo>
                    <a:pt x="323" y="282"/>
                  </a:lnTo>
                  <a:lnTo>
                    <a:pt x="323" y="282"/>
                  </a:lnTo>
                  <a:lnTo>
                    <a:pt x="315" y="276"/>
                  </a:lnTo>
                  <a:lnTo>
                    <a:pt x="308" y="270"/>
                  </a:lnTo>
                  <a:lnTo>
                    <a:pt x="300" y="266"/>
                  </a:lnTo>
                  <a:lnTo>
                    <a:pt x="292" y="262"/>
                  </a:lnTo>
                  <a:lnTo>
                    <a:pt x="283" y="259"/>
                  </a:lnTo>
                  <a:lnTo>
                    <a:pt x="273" y="256"/>
                  </a:lnTo>
                  <a:lnTo>
                    <a:pt x="265" y="255"/>
                  </a:lnTo>
                  <a:lnTo>
                    <a:pt x="255" y="254"/>
                  </a:lnTo>
                  <a:lnTo>
                    <a:pt x="255" y="254"/>
                  </a:lnTo>
                  <a:lnTo>
                    <a:pt x="246" y="255"/>
                  </a:lnTo>
                  <a:lnTo>
                    <a:pt x="236" y="256"/>
                  </a:lnTo>
                  <a:lnTo>
                    <a:pt x="227" y="259"/>
                  </a:lnTo>
                  <a:lnTo>
                    <a:pt x="219" y="262"/>
                  </a:lnTo>
                  <a:lnTo>
                    <a:pt x="210" y="266"/>
                  </a:lnTo>
                  <a:lnTo>
                    <a:pt x="203" y="270"/>
                  </a:lnTo>
                  <a:lnTo>
                    <a:pt x="195" y="276"/>
                  </a:lnTo>
                  <a:lnTo>
                    <a:pt x="188" y="282"/>
                  </a:lnTo>
                  <a:lnTo>
                    <a:pt x="188" y="282"/>
                  </a:lnTo>
                  <a:lnTo>
                    <a:pt x="181" y="290"/>
                  </a:lnTo>
                  <a:lnTo>
                    <a:pt x="176" y="297"/>
                  </a:lnTo>
                  <a:lnTo>
                    <a:pt x="170" y="305"/>
                  </a:lnTo>
                  <a:lnTo>
                    <a:pt x="167" y="313"/>
                  </a:lnTo>
                  <a:lnTo>
                    <a:pt x="164" y="322"/>
                  </a:lnTo>
                  <a:lnTo>
                    <a:pt x="162" y="332"/>
                  </a:lnTo>
                  <a:lnTo>
                    <a:pt x="160" y="340"/>
                  </a:lnTo>
                  <a:lnTo>
                    <a:pt x="160" y="350"/>
                  </a:lnTo>
                  <a:lnTo>
                    <a:pt x="160" y="350"/>
                  </a:lnTo>
                  <a:lnTo>
                    <a:pt x="160" y="359"/>
                  </a:lnTo>
                  <a:lnTo>
                    <a:pt x="162" y="369"/>
                  </a:lnTo>
                  <a:lnTo>
                    <a:pt x="164" y="378"/>
                  </a:lnTo>
                  <a:lnTo>
                    <a:pt x="167" y="386"/>
                  </a:lnTo>
                  <a:lnTo>
                    <a:pt x="170" y="395"/>
                  </a:lnTo>
                  <a:lnTo>
                    <a:pt x="176" y="402"/>
                  </a:lnTo>
                  <a:lnTo>
                    <a:pt x="181" y="410"/>
                  </a:lnTo>
                  <a:lnTo>
                    <a:pt x="188" y="417"/>
                  </a:lnTo>
                  <a:lnTo>
                    <a:pt x="428" y="665"/>
                  </a:lnTo>
                  <a:close/>
                  <a:moveTo>
                    <a:pt x="233" y="327"/>
                  </a:moveTo>
                  <a:lnTo>
                    <a:pt x="233" y="327"/>
                  </a:lnTo>
                  <a:lnTo>
                    <a:pt x="238" y="324"/>
                  </a:lnTo>
                  <a:lnTo>
                    <a:pt x="243" y="321"/>
                  </a:lnTo>
                  <a:lnTo>
                    <a:pt x="249" y="319"/>
                  </a:lnTo>
                  <a:lnTo>
                    <a:pt x="255" y="319"/>
                  </a:lnTo>
                  <a:lnTo>
                    <a:pt x="255" y="319"/>
                  </a:lnTo>
                  <a:lnTo>
                    <a:pt x="262" y="319"/>
                  </a:lnTo>
                  <a:lnTo>
                    <a:pt x="267" y="321"/>
                  </a:lnTo>
                  <a:lnTo>
                    <a:pt x="272" y="324"/>
                  </a:lnTo>
                  <a:lnTo>
                    <a:pt x="278" y="328"/>
                  </a:lnTo>
                  <a:lnTo>
                    <a:pt x="370" y="416"/>
                  </a:lnTo>
                  <a:lnTo>
                    <a:pt x="370" y="416"/>
                  </a:lnTo>
                  <a:lnTo>
                    <a:pt x="380" y="424"/>
                  </a:lnTo>
                  <a:lnTo>
                    <a:pt x="390" y="430"/>
                  </a:lnTo>
                  <a:lnTo>
                    <a:pt x="402" y="433"/>
                  </a:lnTo>
                  <a:lnTo>
                    <a:pt x="415" y="435"/>
                  </a:lnTo>
                  <a:lnTo>
                    <a:pt x="415" y="435"/>
                  </a:lnTo>
                  <a:lnTo>
                    <a:pt x="427" y="433"/>
                  </a:lnTo>
                  <a:lnTo>
                    <a:pt x="439" y="430"/>
                  </a:lnTo>
                  <a:lnTo>
                    <a:pt x="449" y="424"/>
                  </a:lnTo>
                  <a:lnTo>
                    <a:pt x="459" y="416"/>
                  </a:lnTo>
                  <a:lnTo>
                    <a:pt x="459" y="416"/>
                  </a:lnTo>
                  <a:lnTo>
                    <a:pt x="468" y="407"/>
                  </a:lnTo>
                  <a:lnTo>
                    <a:pt x="473" y="396"/>
                  </a:lnTo>
                  <a:lnTo>
                    <a:pt x="477" y="384"/>
                  </a:lnTo>
                  <a:lnTo>
                    <a:pt x="478" y="371"/>
                  </a:lnTo>
                  <a:lnTo>
                    <a:pt x="478" y="95"/>
                  </a:lnTo>
                  <a:lnTo>
                    <a:pt x="478" y="95"/>
                  </a:lnTo>
                  <a:lnTo>
                    <a:pt x="478" y="90"/>
                  </a:lnTo>
                  <a:lnTo>
                    <a:pt x="480" y="85"/>
                  </a:lnTo>
                  <a:lnTo>
                    <a:pt x="483" y="80"/>
                  </a:lnTo>
                  <a:lnTo>
                    <a:pt x="485" y="76"/>
                  </a:lnTo>
                  <a:lnTo>
                    <a:pt x="488" y="73"/>
                  </a:lnTo>
                  <a:lnTo>
                    <a:pt x="492" y="70"/>
                  </a:lnTo>
                  <a:lnTo>
                    <a:pt x="498" y="67"/>
                  </a:lnTo>
                  <a:lnTo>
                    <a:pt x="502" y="65"/>
                  </a:lnTo>
                  <a:lnTo>
                    <a:pt x="502" y="65"/>
                  </a:lnTo>
                  <a:lnTo>
                    <a:pt x="506" y="64"/>
                  </a:lnTo>
                  <a:lnTo>
                    <a:pt x="509" y="63"/>
                  </a:lnTo>
                  <a:lnTo>
                    <a:pt x="509" y="63"/>
                  </a:lnTo>
                  <a:lnTo>
                    <a:pt x="512" y="64"/>
                  </a:lnTo>
                  <a:lnTo>
                    <a:pt x="512" y="64"/>
                  </a:lnTo>
                  <a:lnTo>
                    <a:pt x="518" y="65"/>
                  </a:lnTo>
                  <a:lnTo>
                    <a:pt x="523" y="68"/>
                  </a:lnTo>
                  <a:lnTo>
                    <a:pt x="529" y="71"/>
                  </a:lnTo>
                  <a:lnTo>
                    <a:pt x="533" y="74"/>
                  </a:lnTo>
                  <a:lnTo>
                    <a:pt x="536" y="78"/>
                  </a:lnTo>
                  <a:lnTo>
                    <a:pt x="538" y="84"/>
                  </a:lnTo>
                  <a:lnTo>
                    <a:pt x="541" y="89"/>
                  </a:lnTo>
                  <a:lnTo>
                    <a:pt x="541" y="95"/>
                  </a:lnTo>
                  <a:lnTo>
                    <a:pt x="541" y="371"/>
                  </a:lnTo>
                  <a:lnTo>
                    <a:pt x="541" y="371"/>
                  </a:lnTo>
                  <a:lnTo>
                    <a:pt x="543" y="384"/>
                  </a:lnTo>
                  <a:lnTo>
                    <a:pt x="546" y="396"/>
                  </a:lnTo>
                  <a:lnTo>
                    <a:pt x="551" y="407"/>
                  </a:lnTo>
                  <a:lnTo>
                    <a:pt x="560" y="416"/>
                  </a:lnTo>
                  <a:lnTo>
                    <a:pt x="560" y="416"/>
                  </a:lnTo>
                  <a:lnTo>
                    <a:pt x="570" y="424"/>
                  </a:lnTo>
                  <a:lnTo>
                    <a:pt x="580" y="430"/>
                  </a:lnTo>
                  <a:lnTo>
                    <a:pt x="592" y="433"/>
                  </a:lnTo>
                  <a:lnTo>
                    <a:pt x="605" y="435"/>
                  </a:lnTo>
                  <a:lnTo>
                    <a:pt x="605" y="435"/>
                  </a:lnTo>
                  <a:lnTo>
                    <a:pt x="617" y="433"/>
                  </a:lnTo>
                  <a:lnTo>
                    <a:pt x="629" y="430"/>
                  </a:lnTo>
                  <a:lnTo>
                    <a:pt x="639" y="425"/>
                  </a:lnTo>
                  <a:lnTo>
                    <a:pt x="649" y="416"/>
                  </a:lnTo>
                  <a:lnTo>
                    <a:pt x="741" y="327"/>
                  </a:lnTo>
                  <a:lnTo>
                    <a:pt x="741" y="327"/>
                  </a:lnTo>
                  <a:lnTo>
                    <a:pt x="747" y="324"/>
                  </a:lnTo>
                  <a:lnTo>
                    <a:pt x="752" y="321"/>
                  </a:lnTo>
                  <a:lnTo>
                    <a:pt x="757" y="319"/>
                  </a:lnTo>
                  <a:lnTo>
                    <a:pt x="764" y="319"/>
                  </a:lnTo>
                  <a:lnTo>
                    <a:pt x="764" y="319"/>
                  </a:lnTo>
                  <a:lnTo>
                    <a:pt x="770" y="319"/>
                  </a:lnTo>
                  <a:lnTo>
                    <a:pt x="777" y="321"/>
                  </a:lnTo>
                  <a:lnTo>
                    <a:pt x="782" y="324"/>
                  </a:lnTo>
                  <a:lnTo>
                    <a:pt x="786" y="327"/>
                  </a:lnTo>
                  <a:lnTo>
                    <a:pt x="786" y="327"/>
                  </a:lnTo>
                  <a:lnTo>
                    <a:pt x="791" y="333"/>
                  </a:lnTo>
                  <a:lnTo>
                    <a:pt x="794" y="338"/>
                  </a:lnTo>
                  <a:lnTo>
                    <a:pt x="795" y="343"/>
                  </a:lnTo>
                  <a:lnTo>
                    <a:pt x="796" y="350"/>
                  </a:lnTo>
                  <a:lnTo>
                    <a:pt x="795" y="356"/>
                  </a:lnTo>
                  <a:lnTo>
                    <a:pt x="793" y="363"/>
                  </a:lnTo>
                  <a:lnTo>
                    <a:pt x="791" y="368"/>
                  </a:lnTo>
                  <a:lnTo>
                    <a:pt x="786" y="373"/>
                  </a:lnTo>
                  <a:lnTo>
                    <a:pt x="546" y="621"/>
                  </a:lnTo>
                  <a:lnTo>
                    <a:pt x="546" y="621"/>
                  </a:lnTo>
                  <a:lnTo>
                    <a:pt x="544" y="623"/>
                  </a:lnTo>
                  <a:lnTo>
                    <a:pt x="544" y="623"/>
                  </a:lnTo>
                  <a:lnTo>
                    <a:pt x="536" y="629"/>
                  </a:lnTo>
                  <a:lnTo>
                    <a:pt x="528" y="633"/>
                  </a:lnTo>
                  <a:lnTo>
                    <a:pt x="519" y="635"/>
                  </a:lnTo>
                  <a:lnTo>
                    <a:pt x="509" y="636"/>
                  </a:lnTo>
                  <a:lnTo>
                    <a:pt x="509" y="636"/>
                  </a:lnTo>
                  <a:lnTo>
                    <a:pt x="500" y="635"/>
                  </a:lnTo>
                  <a:lnTo>
                    <a:pt x="490" y="632"/>
                  </a:lnTo>
                  <a:lnTo>
                    <a:pt x="480" y="628"/>
                  </a:lnTo>
                  <a:lnTo>
                    <a:pt x="473" y="621"/>
                  </a:lnTo>
                  <a:lnTo>
                    <a:pt x="233" y="372"/>
                  </a:lnTo>
                  <a:lnTo>
                    <a:pt x="233" y="372"/>
                  </a:lnTo>
                  <a:lnTo>
                    <a:pt x="228" y="368"/>
                  </a:lnTo>
                  <a:lnTo>
                    <a:pt x="226" y="363"/>
                  </a:lnTo>
                  <a:lnTo>
                    <a:pt x="224" y="356"/>
                  </a:lnTo>
                  <a:lnTo>
                    <a:pt x="224" y="350"/>
                  </a:lnTo>
                  <a:lnTo>
                    <a:pt x="224" y="344"/>
                  </a:lnTo>
                  <a:lnTo>
                    <a:pt x="226" y="338"/>
                  </a:lnTo>
                  <a:lnTo>
                    <a:pt x="228" y="333"/>
                  </a:lnTo>
                  <a:lnTo>
                    <a:pt x="233" y="327"/>
                  </a:lnTo>
                  <a:lnTo>
                    <a:pt x="233" y="32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40" name="组合 84"/>
          <p:cNvGrpSpPr/>
          <p:nvPr/>
        </p:nvGrpSpPr>
        <p:grpSpPr>
          <a:xfrm>
            <a:off x="4176441" y="3091488"/>
            <a:ext cx="816000" cy="816000"/>
            <a:chOff x="4176441" y="2911012"/>
            <a:chExt cx="816000" cy="816000"/>
          </a:xfrm>
        </p:grpSpPr>
        <p:sp>
          <p:nvSpPr>
            <p:cNvPr id="41" name="椭圆 85"/>
            <p:cNvSpPr/>
            <p:nvPr/>
          </p:nvSpPr>
          <p:spPr>
            <a:xfrm>
              <a:off x="4176441" y="2911012"/>
              <a:ext cx="816000" cy="816000"/>
            </a:xfrm>
            <a:prstGeom prst="ellipse">
              <a:avLst/>
            </a:prstGeom>
            <a:solidFill>
              <a:schemeClr val="accent6"/>
            </a:solidFill>
            <a:ln w="5715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42" name="Freeform 115"/>
            <p:cNvSpPr>
              <a:spLocks noEditPoints="1"/>
            </p:cNvSpPr>
            <p:nvPr/>
          </p:nvSpPr>
          <p:spPr bwMode="auto">
            <a:xfrm>
              <a:off x="4422516" y="3157881"/>
              <a:ext cx="323850" cy="322263"/>
            </a:xfrm>
            <a:custGeom>
              <a:avLst/>
              <a:gdLst>
                <a:gd name="T0" fmla="*/ 789 w 1018"/>
                <a:gd name="T1" fmla="*/ 69 h 1017"/>
                <a:gd name="T2" fmla="*/ 765 w 1018"/>
                <a:gd name="T3" fmla="*/ 25 h 1017"/>
                <a:gd name="T4" fmla="*/ 719 w 1018"/>
                <a:gd name="T5" fmla="*/ 1 h 1017"/>
                <a:gd name="T6" fmla="*/ 73 w 1018"/>
                <a:gd name="T7" fmla="*/ 1 h 1017"/>
                <a:gd name="T8" fmla="*/ 27 w 1018"/>
                <a:gd name="T9" fmla="*/ 25 h 1017"/>
                <a:gd name="T10" fmla="*/ 2 w 1018"/>
                <a:gd name="T11" fmla="*/ 69 h 1017"/>
                <a:gd name="T12" fmla="*/ 2 w 1018"/>
                <a:gd name="T13" fmla="*/ 716 h 1017"/>
                <a:gd name="T14" fmla="*/ 28 w 1018"/>
                <a:gd name="T15" fmla="*/ 766 h 1017"/>
                <a:gd name="T16" fmla="*/ 67 w 1018"/>
                <a:gd name="T17" fmla="*/ 789 h 1017"/>
                <a:gd name="T18" fmla="*/ 115 w 1018"/>
                <a:gd name="T19" fmla="*/ 791 h 1017"/>
                <a:gd name="T20" fmla="*/ 163 w 1018"/>
                <a:gd name="T21" fmla="*/ 766 h 1017"/>
                <a:gd name="T22" fmla="*/ 263 w 1018"/>
                <a:gd name="T23" fmla="*/ 745 h 1017"/>
                <a:gd name="T24" fmla="*/ 589 w 1018"/>
                <a:gd name="T25" fmla="*/ 763 h 1017"/>
                <a:gd name="T26" fmla="*/ 634 w 1018"/>
                <a:gd name="T27" fmla="*/ 777 h 1017"/>
                <a:gd name="T28" fmla="*/ 870 w 1018"/>
                <a:gd name="T29" fmla="*/ 1001 h 1017"/>
                <a:gd name="T30" fmla="*/ 923 w 1018"/>
                <a:gd name="T31" fmla="*/ 1017 h 1017"/>
                <a:gd name="T32" fmla="*/ 968 w 1018"/>
                <a:gd name="T33" fmla="*/ 1006 h 1017"/>
                <a:gd name="T34" fmla="*/ 1002 w 1018"/>
                <a:gd name="T35" fmla="*/ 975 h 1017"/>
                <a:gd name="T36" fmla="*/ 1018 w 1018"/>
                <a:gd name="T37" fmla="*/ 921 h 1017"/>
                <a:gd name="T38" fmla="*/ 1011 w 1018"/>
                <a:gd name="T39" fmla="*/ 276 h 1017"/>
                <a:gd name="T40" fmla="*/ 977 w 1018"/>
                <a:gd name="T41" fmla="*/ 238 h 1017"/>
                <a:gd name="T42" fmla="*/ 927 w 1018"/>
                <a:gd name="T43" fmla="*/ 223 h 1017"/>
                <a:gd name="T44" fmla="*/ 102 w 1018"/>
                <a:gd name="T45" fmla="*/ 729 h 1017"/>
                <a:gd name="T46" fmla="*/ 73 w 1018"/>
                <a:gd name="T47" fmla="*/ 721 h 1017"/>
                <a:gd name="T48" fmla="*/ 64 w 1018"/>
                <a:gd name="T49" fmla="*/ 86 h 1017"/>
                <a:gd name="T50" fmla="*/ 80 w 1018"/>
                <a:gd name="T51" fmla="*/ 65 h 1017"/>
                <a:gd name="T52" fmla="*/ 711 w 1018"/>
                <a:gd name="T53" fmla="*/ 65 h 1017"/>
                <a:gd name="T54" fmla="*/ 727 w 1018"/>
                <a:gd name="T55" fmla="*/ 86 h 1017"/>
                <a:gd name="T56" fmla="*/ 720 w 1018"/>
                <a:gd name="T57" fmla="*/ 470 h 1017"/>
                <a:gd name="T58" fmla="*/ 429 w 1018"/>
                <a:gd name="T59" fmla="*/ 476 h 1017"/>
                <a:gd name="T60" fmla="*/ 350 w 1018"/>
                <a:gd name="T61" fmla="*/ 501 h 1017"/>
                <a:gd name="T62" fmla="*/ 954 w 1018"/>
                <a:gd name="T63" fmla="*/ 928 h 1017"/>
                <a:gd name="T64" fmla="*/ 934 w 1018"/>
                <a:gd name="T65" fmla="*/ 951 h 1017"/>
                <a:gd name="T66" fmla="*/ 900 w 1018"/>
                <a:gd name="T67" fmla="*/ 944 h 1017"/>
                <a:gd name="T68" fmla="*/ 645 w 1018"/>
                <a:gd name="T69" fmla="*/ 711 h 1017"/>
                <a:gd name="T70" fmla="*/ 318 w 1018"/>
                <a:gd name="T71" fmla="*/ 700 h 1017"/>
                <a:gd name="T72" fmla="*/ 293 w 1018"/>
                <a:gd name="T73" fmla="*/ 685 h 1017"/>
                <a:gd name="T74" fmla="*/ 379 w 1018"/>
                <a:gd name="T75" fmla="*/ 557 h 1017"/>
                <a:gd name="T76" fmla="*/ 420 w 1018"/>
                <a:gd name="T77" fmla="*/ 540 h 1017"/>
                <a:gd name="T78" fmla="*/ 727 w 1018"/>
                <a:gd name="T79" fmla="*/ 536 h 1017"/>
                <a:gd name="T80" fmla="*/ 770 w 1018"/>
                <a:gd name="T81" fmla="*/ 508 h 1017"/>
                <a:gd name="T82" fmla="*/ 791 w 1018"/>
                <a:gd name="T83" fmla="*/ 461 h 1017"/>
                <a:gd name="T84" fmla="*/ 938 w 1018"/>
                <a:gd name="T85" fmla="*/ 288 h 1017"/>
                <a:gd name="T86" fmla="*/ 955 w 1018"/>
                <a:gd name="T87" fmla="*/ 311 h 1017"/>
                <a:gd name="T88" fmla="*/ 425 w 1018"/>
                <a:gd name="T89" fmla="*/ 373 h 1017"/>
                <a:gd name="T90" fmla="*/ 445 w 1018"/>
                <a:gd name="T91" fmla="*/ 333 h 1017"/>
                <a:gd name="T92" fmla="*/ 416 w 1018"/>
                <a:gd name="T93" fmla="*/ 289 h 1017"/>
                <a:gd name="T94" fmla="*/ 371 w 1018"/>
                <a:gd name="T95" fmla="*/ 294 h 1017"/>
                <a:gd name="T96" fmla="*/ 350 w 1018"/>
                <a:gd name="T97" fmla="*/ 333 h 1017"/>
                <a:gd name="T98" fmla="*/ 380 w 1018"/>
                <a:gd name="T99" fmla="*/ 377 h 1017"/>
                <a:gd name="T100" fmla="*/ 197 w 1018"/>
                <a:gd name="T101" fmla="*/ 286 h 1017"/>
                <a:gd name="T102" fmla="*/ 160 w 1018"/>
                <a:gd name="T103" fmla="*/ 324 h 1017"/>
                <a:gd name="T104" fmla="*/ 174 w 1018"/>
                <a:gd name="T105" fmla="*/ 367 h 1017"/>
                <a:gd name="T106" fmla="*/ 217 w 1018"/>
                <a:gd name="T107" fmla="*/ 380 h 1017"/>
                <a:gd name="T108" fmla="*/ 254 w 1018"/>
                <a:gd name="T109" fmla="*/ 343 h 1017"/>
                <a:gd name="T110" fmla="*/ 240 w 1018"/>
                <a:gd name="T111" fmla="*/ 300 h 1017"/>
                <a:gd name="T112" fmla="*/ 589 w 1018"/>
                <a:gd name="T113" fmla="*/ 380 h 1017"/>
                <a:gd name="T114" fmla="*/ 629 w 1018"/>
                <a:gd name="T115" fmla="*/ 360 h 1017"/>
                <a:gd name="T116" fmla="*/ 633 w 1018"/>
                <a:gd name="T117" fmla="*/ 315 h 1017"/>
                <a:gd name="T118" fmla="*/ 589 w 1018"/>
                <a:gd name="T119" fmla="*/ 286 h 1017"/>
                <a:gd name="T120" fmla="*/ 549 w 1018"/>
                <a:gd name="T121" fmla="*/ 306 h 1017"/>
                <a:gd name="T122" fmla="*/ 545 w 1018"/>
                <a:gd name="T123" fmla="*/ 351 h 1017"/>
                <a:gd name="T124" fmla="*/ 589 w 1018"/>
                <a:gd name="T125" fmla="*/ 380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8" h="1017">
                  <a:moveTo>
                    <a:pt x="927" y="223"/>
                  </a:moveTo>
                  <a:lnTo>
                    <a:pt x="792" y="223"/>
                  </a:lnTo>
                  <a:lnTo>
                    <a:pt x="792" y="86"/>
                  </a:lnTo>
                  <a:lnTo>
                    <a:pt x="792" y="86"/>
                  </a:lnTo>
                  <a:lnTo>
                    <a:pt x="791" y="78"/>
                  </a:lnTo>
                  <a:lnTo>
                    <a:pt x="789" y="69"/>
                  </a:lnTo>
                  <a:lnTo>
                    <a:pt x="787" y="61"/>
                  </a:lnTo>
                  <a:lnTo>
                    <a:pt x="784" y="53"/>
                  </a:lnTo>
                  <a:lnTo>
                    <a:pt x="780" y="45"/>
                  </a:lnTo>
                  <a:lnTo>
                    <a:pt x="776" y="38"/>
                  </a:lnTo>
                  <a:lnTo>
                    <a:pt x="770" y="31"/>
                  </a:lnTo>
                  <a:lnTo>
                    <a:pt x="765" y="25"/>
                  </a:lnTo>
                  <a:lnTo>
                    <a:pt x="758" y="19"/>
                  </a:lnTo>
                  <a:lnTo>
                    <a:pt x="751" y="15"/>
                  </a:lnTo>
                  <a:lnTo>
                    <a:pt x="743" y="10"/>
                  </a:lnTo>
                  <a:lnTo>
                    <a:pt x="736" y="6"/>
                  </a:lnTo>
                  <a:lnTo>
                    <a:pt x="727" y="3"/>
                  </a:lnTo>
                  <a:lnTo>
                    <a:pt x="719" y="1"/>
                  </a:lnTo>
                  <a:lnTo>
                    <a:pt x="709" y="0"/>
                  </a:lnTo>
                  <a:lnTo>
                    <a:pt x="699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82" y="0"/>
                  </a:lnTo>
                  <a:lnTo>
                    <a:pt x="73" y="1"/>
                  </a:lnTo>
                  <a:lnTo>
                    <a:pt x="64" y="3"/>
                  </a:lnTo>
                  <a:lnTo>
                    <a:pt x="56" y="6"/>
                  </a:lnTo>
                  <a:lnTo>
                    <a:pt x="48" y="10"/>
                  </a:lnTo>
                  <a:lnTo>
                    <a:pt x="41" y="15"/>
                  </a:lnTo>
                  <a:lnTo>
                    <a:pt x="33" y="19"/>
                  </a:lnTo>
                  <a:lnTo>
                    <a:pt x="27" y="25"/>
                  </a:lnTo>
                  <a:lnTo>
                    <a:pt x="21" y="31"/>
                  </a:lnTo>
                  <a:lnTo>
                    <a:pt x="16" y="38"/>
                  </a:lnTo>
                  <a:lnTo>
                    <a:pt x="12" y="45"/>
                  </a:lnTo>
                  <a:lnTo>
                    <a:pt x="7" y="53"/>
                  </a:lnTo>
                  <a:lnTo>
                    <a:pt x="4" y="61"/>
                  </a:lnTo>
                  <a:lnTo>
                    <a:pt x="2" y="69"/>
                  </a:lnTo>
                  <a:lnTo>
                    <a:pt x="1" y="78"/>
                  </a:lnTo>
                  <a:lnTo>
                    <a:pt x="0" y="86"/>
                  </a:lnTo>
                  <a:lnTo>
                    <a:pt x="0" y="698"/>
                  </a:lnTo>
                  <a:lnTo>
                    <a:pt x="0" y="698"/>
                  </a:lnTo>
                  <a:lnTo>
                    <a:pt x="1" y="708"/>
                  </a:lnTo>
                  <a:lnTo>
                    <a:pt x="2" y="716"/>
                  </a:lnTo>
                  <a:lnTo>
                    <a:pt x="4" y="726"/>
                  </a:lnTo>
                  <a:lnTo>
                    <a:pt x="7" y="735"/>
                  </a:lnTo>
                  <a:lnTo>
                    <a:pt x="12" y="743"/>
                  </a:lnTo>
                  <a:lnTo>
                    <a:pt x="16" y="751"/>
                  </a:lnTo>
                  <a:lnTo>
                    <a:pt x="21" y="758"/>
                  </a:lnTo>
                  <a:lnTo>
                    <a:pt x="28" y="766"/>
                  </a:lnTo>
                  <a:lnTo>
                    <a:pt x="28" y="766"/>
                  </a:lnTo>
                  <a:lnTo>
                    <a:pt x="35" y="772"/>
                  </a:lnTo>
                  <a:lnTo>
                    <a:pt x="43" y="777"/>
                  </a:lnTo>
                  <a:lnTo>
                    <a:pt x="51" y="782"/>
                  </a:lnTo>
                  <a:lnTo>
                    <a:pt x="59" y="786"/>
                  </a:lnTo>
                  <a:lnTo>
                    <a:pt x="67" y="789"/>
                  </a:lnTo>
                  <a:lnTo>
                    <a:pt x="77" y="791"/>
                  </a:lnTo>
                  <a:lnTo>
                    <a:pt x="87" y="792"/>
                  </a:lnTo>
                  <a:lnTo>
                    <a:pt x="95" y="794"/>
                  </a:lnTo>
                  <a:lnTo>
                    <a:pt x="95" y="794"/>
                  </a:lnTo>
                  <a:lnTo>
                    <a:pt x="105" y="792"/>
                  </a:lnTo>
                  <a:lnTo>
                    <a:pt x="115" y="791"/>
                  </a:lnTo>
                  <a:lnTo>
                    <a:pt x="123" y="789"/>
                  </a:lnTo>
                  <a:lnTo>
                    <a:pt x="132" y="786"/>
                  </a:lnTo>
                  <a:lnTo>
                    <a:pt x="140" y="783"/>
                  </a:lnTo>
                  <a:lnTo>
                    <a:pt x="148" y="777"/>
                  </a:lnTo>
                  <a:lnTo>
                    <a:pt x="155" y="772"/>
                  </a:lnTo>
                  <a:lnTo>
                    <a:pt x="163" y="766"/>
                  </a:lnTo>
                  <a:lnTo>
                    <a:pt x="230" y="700"/>
                  </a:lnTo>
                  <a:lnTo>
                    <a:pt x="230" y="700"/>
                  </a:lnTo>
                  <a:lnTo>
                    <a:pt x="236" y="713"/>
                  </a:lnTo>
                  <a:lnTo>
                    <a:pt x="243" y="726"/>
                  </a:lnTo>
                  <a:lnTo>
                    <a:pt x="252" y="737"/>
                  </a:lnTo>
                  <a:lnTo>
                    <a:pt x="263" y="745"/>
                  </a:lnTo>
                  <a:lnTo>
                    <a:pt x="276" y="753"/>
                  </a:lnTo>
                  <a:lnTo>
                    <a:pt x="288" y="759"/>
                  </a:lnTo>
                  <a:lnTo>
                    <a:pt x="303" y="762"/>
                  </a:lnTo>
                  <a:lnTo>
                    <a:pt x="318" y="763"/>
                  </a:lnTo>
                  <a:lnTo>
                    <a:pt x="589" y="763"/>
                  </a:lnTo>
                  <a:lnTo>
                    <a:pt x="589" y="763"/>
                  </a:lnTo>
                  <a:lnTo>
                    <a:pt x="597" y="763"/>
                  </a:lnTo>
                  <a:lnTo>
                    <a:pt x="605" y="765"/>
                  </a:lnTo>
                  <a:lnTo>
                    <a:pt x="612" y="767"/>
                  </a:lnTo>
                  <a:lnTo>
                    <a:pt x="620" y="770"/>
                  </a:lnTo>
                  <a:lnTo>
                    <a:pt x="626" y="773"/>
                  </a:lnTo>
                  <a:lnTo>
                    <a:pt x="634" y="777"/>
                  </a:lnTo>
                  <a:lnTo>
                    <a:pt x="640" y="782"/>
                  </a:lnTo>
                  <a:lnTo>
                    <a:pt x="646" y="787"/>
                  </a:lnTo>
                  <a:lnTo>
                    <a:pt x="855" y="989"/>
                  </a:lnTo>
                  <a:lnTo>
                    <a:pt x="855" y="989"/>
                  </a:lnTo>
                  <a:lnTo>
                    <a:pt x="862" y="995"/>
                  </a:lnTo>
                  <a:lnTo>
                    <a:pt x="870" y="1001"/>
                  </a:lnTo>
                  <a:lnTo>
                    <a:pt x="877" y="1006"/>
                  </a:lnTo>
                  <a:lnTo>
                    <a:pt x="886" y="1010"/>
                  </a:lnTo>
                  <a:lnTo>
                    <a:pt x="895" y="1012"/>
                  </a:lnTo>
                  <a:lnTo>
                    <a:pt x="903" y="1016"/>
                  </a:lnTo>
                  <a:lnTo>
                    <a:pt x="913" y="1017"/>
                  </a:lnTo>
                  <a:lnTo>
                    <a:pt x="923" y="1017"/>
                  </a:lnTo>
                  <a:lnTo>
                    <a:pt x="923" y="1017"/>
                  </a:lnTo>
                  <a:lnTo>
                    <a:pt x="932" y="1017"/>
                  </a:lnTo>
                  <a:lnTo>
                    <a:pt x="941" y="1016"/>
                  </a:lnTo>
                  <a:lnTo>
                    <a:pt x="950" y="1012"/>
                  </a:lnTo>
                  <a:lnTo>
                    <a:pt x="959" y="1010"/>
                  </a:lnTo>
                  <a:lnTo>
                    <a:pt x="968" y="1006"/>
                  </a:lnTo>
                  <a:lnTo>
                    <a:pt x="975" y="1001"/>
                  </a:lnTo>
                  <a:lnTo>
                    <a:pt x="983" y="995"/>
                  </a:lnTo>
                  <a:lnTo>
                    <a:pt x="990" y="989"/>
                  </a:lnTo>
                  <a:lnTo>
                    <a:pt x="990" y="989"/>
                  </a:lnTo>
                  <a:lnTo>
                    <a:pt x="997" y="982"/>
                  </a:lnTo>
                  <a:lnTo>
                    <a:pt x="1002" y="975"/>
                  </a:lnTo>
                  <a:lnTo>
                    <a:pt x="1006" y="966"/>
                  </a:lnTo>
                  <a:lnTo>
                    <a:pt x="1011" y="958"/>
                  </a:lnTo>
                  <a:lnTo>
                    <a:pt x="1014" y="949"/>
                  </a:lnTo>
                  <a:lnTo>
                    <a:pt x="1016" y="941"/>
                  </a:lnTo>
                  <a:lnTo>
                    <a:pt x="1017" y="931"/>
                  </a:lnTo>
                  <a:lnTo>
                    <a:pt x="1018" y="921"/>
                  </a:lnTo>
                  <a:lnTo>
                    <a:pt x="1018" y="311"/>
                  </a:lnTo>
                  <a:lnTo>
                    <a:pt x="1018" y="311"/>
                  </a:lnTo>
                  <a:lnTo>
                    <a:pt x="1017" y="301"/>
                  </a:lnTo>
                  <a:lnTo>
                    <a:pt x="1016" y="292"/>
                  </a:lnTo>
                  <a:lnTo>
                    <a:pt x="1014" y="284"/>
                  </a:lnTo>
                  <a:lnTo>
                    <a:pt x="1011" y="276"/>
                  </a:lnTo>
                  <a:lnTo>
                    <a:pt x="1007" y="269"/>
                  </a:lnTo>
                  <a:lnTo>
                    <a:pt x="1002" y="261"/>
                  </a:lnTo>
                  <a:lnTo>
                    <a:pt x="997" y="255"/>
                  </a:lnTo>
                  <a:lnTo>
                    <a:pt x="991" y="248"/>
                  </a:lnTo>
                  <a:lnTo>
                    <a:pt x="985" y="243"/>
                  </a:lnTo>
                  <a:lnTo>
                    <a:pt x="977" y="238"/>
                  </a:lnTo>
                  <a:lnTo>
                    <a:pt x="970" y="233"/>
                  </a:lnTo>
                  <a:lnTo>
                    <a:pt x="962" y="230"/>
                  </a:lnTo>
                  <a:lnTo>
                    <a:pt x="954" y="227"/>
                  </a:lnTo>
                  <a:lnTo>
                    <a:pt x="945" y="225"/>
                  </a:lnTo>
                  <a:lnTo>
                    <a:pt x="935" y="224"/>
                  </a:lnTo>
                  <a:lnTo>
                    <a:pt x="927" y="223"/>
                  </a:lnTo>
                  <a:lnTo>
                    <a:pt x="927" y="223"/>
                  </a:lnTo>
                  <a:close/>
                  <a:moveTo>
                    <a:pt x="118" y="721"/>
                  </a:moveTo>
                  <a:lnTo>
                    <a:pt x="118" y="721"/>
                  </a:lnTo>
                  <a:lnTo>
                    <a:pt x="114" y="725"/>
                  </a:lnTo>
                  <a:lnTo>
                    <a:pt x="108" y="727"/>
                  </a:lnTo>
                  <a:lnTo>
                    <a:pt x="102" y="729"/>
                  </a:lnTo>
                  <a:lnTo>
                    <a:pt x="95" y="729"/>
                  </a:lnTo>
                  <a:lnTo>
                    <a:pt x="90" y="729"/>
                  </a:lnTo>
                  <a:lnTo>
                    <a:pt x="83" y="727"/>
                  </a:lnTo>
                  <a:lnTo>
                    <a:pt x="78" y="725"/>
                  </a:lnTo>
                  <a:lnTo>
                    <a:pt x="73" y="721"/>
                  </a:lnTo>
                  <a:lnTo>
                    <a:pt x="73" y="721"/>
                  </a:lnTo>
                  <a:lnTo>
                    <a:pt x="70" y="715"/>
                  </a:lnTo>
                  <a:lnTo>
                    <a:pt x="66" y="710"/>
                  </a:lnTo>
                  <a:lnTo>
                    <a:pt x="64" y="704"/>
                  </a:lnTo>
                  <a:lnTo>
                    <a:pt x="64" y="698"/>
                  </a:lnTo>
                  <a:lnTo>
                    <a:pt x="64" y="86"/>
                  </a:lnTo>
                  <a:lnTo>
                    <a:pt x="64" y="86"/>
                  </a:lnTo>
                  <a:lnTo>
                    <a:pt x="64" y="82"/>
                  </a:lnTo>
                  <a:lnTo>
                    <a:pt x="66" y="78"/>
                  </a:lnTo>
                  <a:lnTo>
                    <a:pt x="68" y="74"/>
                  </a:lnTo>
                  <a:lnTo>
                    <a:pt x="72" y="70"/>
                  </a:lnTo>
                  <a:lnTo>
                    <a:pt x="76" y="67"/>
                  </a:lnTo>
                  <a:lnTo>
                    <a:pt x="80" y="65"/>
                  </a:lnTo>
                  <a:lnTo>
                    <a:pt x="86" y="63"/>
                  </a:lnTo>
                  <a:lnTo>
                    <a:pt x="92" y="63"/>
                  </a:lnTo>
                  <a:lnTo>
                    <a:pt x="699" y="63"/>
                  </a:lnTo>
                  <a:lnTo>
                    <a:pt x="699" y="63"/>
                  </a:lnTo>
                  <a:lnTo>
                    <a:pt x="706" y="63"/>
                  </a:lnTo>
                  <a:lnTo>
                    <a:pt x="711" y="65"/>
                  </a:lnTo>
                  <a:lnTo>
                    <a:pt x="715" y="67"/>
                  </a:lnTo>
                  <a:lnTo>
                    <a:pt x="720" y="70"/>
                  </a:lnTo>
                  <a:lnTo>
                    <a:pt x="723" y="74"/>
                  </a:lnTo>
                  <a:lnTo>
                    <a:pt x="725" y="78"/>
                  </a:lnTo>
                  <a:lnTo>
                    <a:pt x="727" y="82"/>
                  </a:lnTo>
                  <a:lnTo>
                    <a:pt x="727" y="86"/>
                  </a:lnTo>
                  <a:lnTo>
                    <a:pt x="727" y="452"/>
                  </a:lnTo>
                  <a:lnTo>
                    <a:pt x="727" y="452"/>
                  </a:lnTo>
                  <a:lnTo>
                    <a:pt x="727" y="458"/>
                  </a:lnTo>
                  <a:lnTo>
                    <a:pt x="725" y="462"/>
                  </a:lnTo>
                  <a:lnTo>
                    <a:pt x="723" y="466"/>
                  </a:lnTo>
                  <a:lnTo>
                    <a:pt x="720" y="470"/>
                  </a:lnTo>
                  <a:lnTo>
                    <a:pt x="715" y="473"/>
                  </a:lnTo>
                  <a:lnTo>
                    <a:pt x="711" y="475"/>
                  </a:lnTo>
                  <a:lnTo>
                    <a:pt x="706" y="476"/>
                  </a:lnTo>
                  <a:lnTo>
                    <a:pt x="699" y="476"/>
                  </a:lnTo>
                  <a:lnTo>
                    <a:pt x="429" y="476"/>
                  </a:lnTo>
                  <a:lnTo>
                    <a:pt x="429" y="476"/>
                  </a:lnTo>
                  <a:lnTo>
                    <a:pt x="415" y="477"/>
                  </a:lnTo>
                  <a:lnTo>
                    <a:pt x="401" y="479"/>
                  </a:lnTo>
                  <a:lnTo>
                    <a:pt x="387" y="482"/>
                  </a:lnTo>
                  <a:lnTo>
                    <a:pt x="374" y="487"/>
                  </a:lnTo>
                  <a:lnTo>
                    <a:pt x="361" y="493"/>
                  </a:lnTo>
                  <a:lnTo>
                    <a:pt x="350" y="501"/>
                  </a:lnTo>
                  <a:lnTo>
                    <a:pt x="339" y="508"/>
                  </a:lnTo>
                  <a:lnTo>
                    <a:pt x="328" y="518"/>
                  </a:lnTo>
                  <a:lnTo>
                    <a:pt x="118" y="721"/>
                  </a:lnTo>
                  <a:close/>
                  <a:moveTo>
                    <a:pt x="955" y="921"/>
                  </a:moveTo>
                  <a:lnTo>
                    <a:pt x="955" y="921"/>
                  </a:lnTo>
                  <a:lnTo>
                    <a:pt x="954" y="928"/>
                  </a:lnTo>
                  <a:lnTo>
                    <a:pt x="951" y="934"/>
                  </a:lnTo>
                  <a:lnTo>
                    <a:pt x="949" y="939"/>
                  </a:lnTo>
                  <a:lnTo>
                    <a:pt x="945" y="944"/>
                  </a:lnTo>
                  <a:lnTo>
                    <a:pt x="945" y="944"/>
                  </a:lnTo>
                  <a:lnTo>
                    <a:pt x="940" y="948"/>
                  </a:lnTo>
                  <a:lnTo>
                    <a:pt x="934" y="951"/>
                  </a:lnTo>
                  <a:lnTo>
                    <a:pt x="929" y="952"/>
                  </a:lnTo>
                  <a:lnTo>
                    <a:pt x="923" y="953"/>
                  </a:lnTo>
                  <a:lnTo>
                    <a:pt x="916" y="952"/>
                  </a:lnTo>
                  <a:lnTo>
                    <a:pt x="911" y="951"/>
                  </a:lnTo>
                  <a:lnTo>
                    <a:pt x="904" y="948"/>
                  </a:lnTo>
                  <a:lnTo>
                    <a:pt x="900" y="944"/>
                  </a:lnTo>
                  <a:lnTo>
                    <a:pt x="691" y="742"/>
                  </a:lnTo>
                  <a:lnTo>
                    <a:pt x="691" y="742"/>
                  </a:lnTo>
                  <a:lnTo>
                    <a:pt x="680" y="732"/>
                  </a:lnTo>
                  <a:lnTo>
                    <a:pt x="668" y="724"/>
                  </a:lnTo>
                  <a:lnTo>
                    <a:pt x="656" y="716"/>
                  </a:lnTo>
                  <a:lnTo>
                    <a:pt x="645" y="711"/>
                  </a:lnTo>
                  <a:lnTo>
                    <a:pt x="631" y="706"/>
                  </a:lnTo>
                  <a:lnTo>
                    <a:pt x="618" y="702"/>
                  </a:lnTo>
                  <a:lnTo>
                    <a:pt x="604" y="700"/>
                  </a:lnTo>
                  <a:lnTo>
                    <a:pt x="589" y="700"/>
                  </a:lnTo>
                  <a:lnTo>
                    <a:pt x="318" y="700"/>
                  </a:lnTo>
                  <a:lnTo>
                    <a:pt x="318" y="700"/>
                  </a:lnTo>
                  <a:lnTo>
                    <a:pt x="313" y="699"/>
                  </a:lnTo>
                  <a:lnTo>
                    <a:pt x="308" y="698"/>
                  </a:lnTo>
                  <a:lnTo>
                    <a:pt x="302" y="696"/>
                  </a:lnTo>
                  <a:lnTo>
                    <a:pt x="298" y="693"/>
                  </a:lnTo>
                  <a:lnTo>
                    <a:pt x="295" y="689"/>
                  </a:lnTo>
                  <a:lnTo>
                    <a:pt x="293" y="685"/>
                  </a:lnTo>
                  <a:lnTo>
                    <a:pt x="291" y="681"/>
                  </a:lnTo>
                  <a:lnTo>
                    <a:pt x="291" y="677"/>
                  </a:lnTo>
                  <a:lnTo>
                    <a:pt x="291" y="642"/>
                  </a:lnTo>
                  <a:lnTo>
                    <a:pt x="372" y="563"/>
                  </a:lnTo>
                  <a:lnTo>
                    <a:pt x="372" y="563"/>
                  </a:lnTo>
                  <a:lnTo>
                    <a:pt x="379" y="557"/>
                  </a:lnTo>
                  <a:lnTo>
                    <a:pt x="385" y="553"/>
                  </a:lnTo>
                  <a:lnTo>
                    <a:pt x="391" y="549"/>
                  </a:lnTo>
                  <a:lnTo>
                    <a:pt x="398" y="546"/>
                  </a:lnTo>
                  <a:lnTo>
                    <a:pt x="405" y="544"/>
                  </a:lnTo>
                  <a:lnTo>
                    <a:pt x="413" y="541"/>
                  </a:lnTo>
                  <a:lnTo>
                    <a:pt x="420" y="540"/>
                  </a:lnTo>
                  <a:lnTo>
                    <a:pt x="429" y="540"/>
                  </a:lnTo>
                  <a:lnTo>
                    <a:pt x="699" y="540"/>
                  </a:lnTo>
                  <a:lnTo>
                    <a:pt x="699" y="540"/>
                  </a:lnTo>
                  <a:lnTo>
                    <a:pt x="709" y="539"/>
                  </a:lnTo>
                  <a:lnTo>
                    <a:pt x="719" y="538"/>
                  </a:lnTo>
                  <a:lnTo>
                    <a:pt x="727" y="536"/>
                  </a:lnTo>
                  <a:lnTo>
                    <a:pt x="736" y="533"/>
                  </a:lnTo>
                  <a:lnTo>
                    <a:pt x="743" y="530"/>
                  </a:lnTo>
                  <a:lnTo>
                    <a:pt x="751" y="525"/>
                  </a:lnTo>
                  <a:lnTo>
                    <a:pt x="758" y="520"/>
                  </a:lnTo>
                  <a:lnTo>
                    <a:pt x="765" y="515"/>
                  </a:lnTo>
                  <a:lnTo>
                    <a:pt x="770" y="508"/>
                  </a:lnTo>
                  <a:lnTo>
                    <a:pt x="776" y="502"/>
                  </a:lnTo>
                  <a:lnTo>
                    <a:pt x="780" y="494"/>
                  </a:lnTo>
                  <a:lnTo>
                    <a:pt x="784" y="487"/>
                  </a:lnTo>
                  <a:lnTo>
                    <a:pt x="787" y="478"/>
                  </a:lnTo>
                  <a:lnTo>
                    <a:pt x="789" y="471"/>
                  </a:lnTo>
                  <a:lnTo>
                    <a:pt x="791" y="461"/>
                  </a:lnTo>
                  <a:lnTo>
                    <a:pt x="792" y="452"/>
                  </a:lnTo>
                  <a:lnTo>
                    <a:pt x="792" y="286"/>
                  </a:lnTo>
                  <a:lnTo>
                    <a:pt x="927" y="286"/>
                  </a:lnTo>
                  <a:lnTo>
                    <a:pt x="927" y="286"/>
                  </a:lnTo>
                  <a:lnTo>
                    <a:pt x="932" y="287"/>
                  </a:lnTo>
                  <a:lnTo>
                    <a:pt x="938" y="288"/>
                  </a:lnTo>
                  <a:lnTo>
                    <a:pt x="942" y="290"/>
                  </a:lnTo>
                  <a:lnTo>
                    <a:pt x="946" y="294"/>
                  </a:lnTo>
                  <a:lnTo>
                    <a:pt x="949" y="297"/>
                  </a:lnTo>
                  <a:lnTo>
                    <a:pt x="953" y="301"/>
                  </a:lnTo>
                  <a:lnTo>
                    <a:pt x="954" y="305"/>
                  </a:lnTo>
                  <a:lnTo>
                    <a:pt x="955" y="311"/>
                  </a:lnTo>
                  <a:lnTo>
                    <a:pt x="955" y="921"/>
                  </a:lnTo>
                  <a:close/>
                  <a:moveTo>
                    <a:pt x="398" y="380"/>
                  </a:moveTo>
                  <a:lnTo>
                    <a:pt x="398" y="380"/>
                  </a:lnTo>
                  <a:lnTo>
                    <a:pt x="408" y="380"/>
                  </a:lnTo>
                  <a:lnTo>
                    <a:pt x="416" y="377"/>
                  </a:lnTo>
                  <a:lnTo>
                    <a:pt x="425" y="373"/>
                  </a:lnTo>
                  <a:lnTo>
                    <a:pt x="431" y="367"/>
                  </a:lnTo>
                  <a:lnTo>
                    <a:pt x="438" y="360"/>
                  </a:lnTo>
                  <a:lnTo>
                    <a:pt x="442" y="351"/>
                  </a:lnTo>
                  <a:lnTo>
                    <a:pt x="444" y="343"/>
                  </a:lnTo>
                  <a:lnTo>
                    <a:pt x="445" y="333"/>
                  </a:lnTo>
                  <a:lnTo>
                    <a:pt x="445" y="333"/>
                  </a:lnTo>
                  <a:lnTo>
                    <a:pt x="444" y="324"/>
                  </a:lnTo>
                  <a:lnTo>
                    <a:pt x="442" y="315"/>
                  </a:lnTo>
                  <a:lnTo>
                    <a:pt x="438" y="306"/>
                  </a:lnTo>
                  <a:lnTo>
                    <a:pt x="431" y="300"/>
                  </a:lnTo>
                  <a:lnTo>
                    <a:pt x="425" y="294"/>
                  </a:lnTo>
                  <a:lnTo>
                    <a:pt x="416" y="289"/>
                  </a:lnTo>
                  <a:lnTo>
                    <a:pt x="408" y="286"/>
                  </a:lnTo>
                  <a:lnTo>
                    <a:pt x="398" y="286"/>
                  </a:lnTo>
                  <a:lnTo>
                    <a:pt x="398" y="286"/>
                  </a:lnTo>
                  <a:lnTo>
                    <a:pt x="388" y="286"/>
                  </a:lnTo>
                  <a:lnTo>
                    <a:pt x="380" y="289"/>
                  </a:lnTo>
                  <a:lnTo>
                    <a:pt x="371" y="294"/>
                  </a:lnTo>
                  <a:lnTo>
                    <a:pt x="364" y="300"/>
                  </a:lnTo>
                  <a:lnTo>
                    <a:pt x="358" y="306"/>
                  </a:lnTo>
                  <a:lnTo>
                    <a:pt x="354" y="315"/>
                  </a:lnTo>
                  <a:lnTo>
                    <a:pt x="351" y="324"/>
                  </a:lnTo>
                  <a:lnTo>
                    <a:pt x="350" y="333"/>
                  </a:lnTo>
                  <a:lnTo>
                    <a:pt x="350" y="333"/>
                  </a:lnTo>
                  <a:lnTo>
                    <a:pt x="351" y="343"/>
                  </a:lnTo>
                  <a:lnTo>
                    <a:pt x="354" y="351"/>
                  </a:lnTo>
                  <a:lnTo>
                    <a:pt x="358" y="360"/>
                  </a:lnTo>
                  <a:lnTo>
                    <a:pt x="364" y="367"/>
                  </a:lnTo>
                  <a:lnTo>
                    <a:pt x="371" y="373"/>
                  </a:lnTo>
                  <a:lnTo>
                    <a:pt x="380" y="377"/>
                  </a:lnTo>
                  <a:lnTo>
                    <a:pt x="388" y="380"/>
                  </a:lnTo>
                  <a:lnTo>
                    <a:pt x="398" y="380"/>
                  </a:lnTo>
                  <a:lnTo>
                    <a:pt x="398" y="380"/>
                  </a:lnTo>
                  <a:close/>
                  <a:moveTo>
                    <a:pt x="207" y="286"/>
                  </a:moveTo>
                  <a:lnTo>
                    <a:pt x="207" y="286"/>
                  </a:lnTo>
                  <a:lnTo>
                    <a:pt x="197" y="286"/>
                  </a:lnTo>
                  <a:lnTo>
                    <a:pt x="189" y="289"/>
                  </a:lnTo>
                  <a:lnTo>
                    <a:pt x="180" y="294"/>
                  </a:lnTo>
                  <a:lnTo>
                    <a:pt x="174" y="300"/>
                  </a:lnTo>
                  <a:lnTo>
                    <a:pt x="167" y="306"/>
                  </a:lnTo>
                  <a:lnTo>
                    <a:pt x="163" y="315"/>
                  </a:lnTo>
                  <a:lnTo>
                    <a:pt x="160" y="324"/>
                  </a:lnTo>
                  <a:lnTo>
                    <a:pt x="160" y="333"/>
                  </a:lnTo>
                  <a:lnTo>
                    <a:pt x="160" y="333"/>
                  </a:lnTo>
                  <a:lnTo>
                    <a:pt x="160" y="343"/>
                  </a:lnTo>
                  <a:lnTo>
                    <a:pt x="163" y="351"/>
                  </a:lnTo>
                  <a:lnTo>
                    <a:pt x="167" y="360"/>
                  </a:lnTo>
                  <a:lnTo>
                    <a:pt x="174" y="367"/>
                  </a:lnTo>
                  <a:lnTo>
                    <a:pt x="180" y="373"/>
                  </a:lnTo>
                  <a:lnTo>
                    <a:pt x="189" y="377"/>
                  </a:lnTo>
                  <a:lnTo>
                    <a:pt x="197" y="380"/>
                  </a:lnTo>
                  <a:lnTo>
                    <a:pt x="207" y="380"/>
                  </a:lnTo>
                  <a:lnTo>
                    <a:pt x="207" y="380"/>
                  </a:lnTo>
                  <a:lnTo>
                    <a:pt x="217" y="380"/>
                  </a:lnTo>
                  <a:lnTo>
                    <a:pt x="225" y="377"/>
                  </a:lnTo>
                  <a:lnTo>
                    <a:pt x="234" y="373"/>
                  </a:lnTo>
                  <a:lnTo>
                    <a:pt x="240" y="367"/>
                  </a:lnTo>
                  <a:lnTo>
                    <a:pt x="247" y="360"/>
                  </a:lnTo>
                  <a:lnTo>
                    <a:pt x="251" y="351"/>
                  </a:lnTo>
                  <a:lnTo>
                    <a:pt x="254" y="343"/>
                  </a:lnTo>
                  <a:lnTo>
                    <a:pt x="254" y="333"/>
                  </a:lnTo>
                  <a:lnTo>
                    <a:pt x="254" y="333"/>
                  </a:lnTo>
                  <a:lnTo>
                    <a:pt x="254" y="324"/>
                  </a:lnTo>
                  <a:lnTo>
                    <a:pt x="251" y="315"/>
                  </a:lnTo>
                  <a:lnTo>
                    <a:pt x="247" y="306"/>
                  </a:lnTo>
                  <a:lnTo>
                    <a:pt x="240" y="300"/>
                  </a:lnTo>
                  <a:lnTo>
                    <a:pt x="234" y="294"/>
                  </a:lnTo>
                  <a:lnTo>
                    <a:pt x="225" y="289"/>
                  </a:lnTo>
                  <a:lnTo>
                    <a:pt x="217" y="286"/>
                  </a:lnTo>
                  <a:lnTo>
                    <a:pt x="207" y="286"/>
                  </a:lnTo>
                  <a:lnTo>
                    <a:pt x="207" y="286"/>
                  </a:lnTo>
                  <a:close/>
                  <a:moveTo>
                    <a:pt x="589" y="380"/>
                  </a:moveTo>
                  <a:lnTo>
                    <a:pt x="589" y="380"/>
                  </a:lnTo>
                  <a:lnTo>
                    <a:pt x="598" y="380"/>
                  </a:lnTo>
                  <a:lnTo>
                    <a:pt x="607" y="377"/>
                  </a:lnTo>
                  <a:lnTo>
                    <a:pt x="616" y="373"/>
                  </a:lnTo>
                  <a:lnTo>
                    <a:pt x="622" y="367"/>
                  </a:lnTo>
                  <a:lnTo>
                    <a:pt x="629" y="360"/>
                  </a:lnTo>
                  <a:lnTo>
                    <a:pt x="633" y="351"/>
                  </a:lnTo>
                  <a:lnTo>
                    <a:pt x="635" y="343"/>
                  </a:lnTo>
                  <a:lnTo>
                    <a:pt x="636" y="333"/>
                  </a:lnTo>
                  <a:lnTo>
                    <a:pt x="636" y="333"/>
                  </a:lnTo>
                  <a:lnTo>
                    <a:pt x="635" y="324"/>
                  </a:lnTo>
                  <a:lnTo>
                    <a:pt x="633" y="315"/>
                  </a:lnTo>
                  <a:lnTo>
                    <a:pt x="629" y="306"/>
                  </a:lnTo>
                  <a:lnTo>
                    <a:pt x="622" y="300"/>
                  </a:lnTo>
                  <a:lnTo>
                    <a:pt x="616" y="294"/>
                  </a:lnTo>
                  <a:lnTo>
                    <a:pt x="607" y="289"/>
                  </a:lnTo>
                  <a:lnTo>
                    <a:pt x="598" y="286"/>
                  </a:lnTo>
                  <a:lnTo>
                    <a:pt x="589" y="286"/>
                  </a:lnTo>
                  <a:lnTo>
                    <a:pt x="589" y="286"/>
                  </a:lnTo>
                  <a:lnTo>
                    <a:pt x="579" y="286"/>
                  </a:lnTo>
                  <a:lnTo>
                    <a:pt x="570" y="289"/>
                  </a:lnTo>
                  <a:lnTo>
                    <a:pt x="562" y="294"/>
                  </a:lnTo>
                  <a:lnTo>
                    <a:pt x="554" y="300"/>
                  </a:lnTo>
                  <a:lnTo>
                    <a:pt x="549" y="306"/>
                  </a:lnTo>
                  <a:lnTo>
                    <a:pt x="545" y="315"/>
                  </a:lnTo>
                  <a:lnTo>
                    <a:pt x="542" y="324"/>
                  </a:lnTo>
                  <a:lnTo>
                    <a:pt x="541" y="333"/>
                  </a:lnTo>
                  <a:lnTo>
                    <a:pt x="541" y="333"/>
                  </a:lnTo>
                  <a:lnTo>
                    <a:pt x="542" y="343"/>
                  </a:lnTo>
                  <a:lnTo>
                    <a:pt x="545" y="351"/>
                  </a:lnTo>
                  <a:lnTo>
                    <a:pt x="549" y="360"/>
                  </a:lnTo>
                  <a:lnTo>
                    <a:pt x="554" y="367"/>
                  </a:lnTo>
                  <a:lnTo>
                    <a:pt x="562" y="373"/>
                  </a:lnTo>
                  <a:lnTo>
                    <a:pt x="570" y="377"/>
                  </a:lnTo>
                  <a:lnTo>
                    <a:pt x="579" y="380"/>
                  </a:lnTo>
                  <a:lnTo>
                    <a:pt x="589" y="380"/>
                  </a:lnTo>
                  <a:lnTo>
                    <a:pt x="589" y="38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2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786021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659E9A3C-9AB9-4F25-81A2-B803E63D07AA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050品牌推广方案商业计划书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8711b99-5076-42ab-8052-9c6e5b89f4e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8711b99-5076-42ab-8052-9c6e5b89f4e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8711b99-5076-42ab-8052-9c6e5b89f4e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8711b99-5076-42ab-8052-9c6e5b89f4e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58c4f7eb-1b16-44de-90a7-b6339bf5b9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58c4f7eb-1b16-44de-90a7-b6339bf5b93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58c4f7eb-1b16-44de-90a7-b6339bf5b933"/>
</p:tagLst>
</file>

<file path=ppt/theme/theme1.xml><?xml version="1.0" encoding="utf-8"?>
<a:theme xmlns:a="http://schemas.openxmlformats.org/drawingml/2006/main" name="Office 主题​​">
  <a:themeElements>
    <a:clrScheme name="0008">
      <a:dk1>
        <a:srgbClr val="000000"/>
      </a:dk1>
      <a:lt1>
        <a:srgbClr val="FFFFFF"/>
      </a:lt1>
      <a:dk2>
        <a:srgbClr val="3F3F3F"/>
      </a:dk2>
      <a:lt2>
        <a:srgbClr val="E7E6E6"/>
      </a:lt2>
      <a:accent1>
        <a:srgbClr val="273A4F"/>
      </a:accent1>
      <a:accent2>
        <a:srgbClr val="FFC32B"/>
      </a:accent2>
      <a:accent3>
        <a:srgbClr val="273A4F"/>
      </a:accent3>
      <a:accent4>
        <a:srgbClr val="FFC32B"/>
      </a:accent4>
      <a:accent5>
        <a:srgbClr val="273A4F"/>
      </a:accent5>
      <a:accent6>
        <a:srgbClr val="FFC32B"/>
      </a:accent6>
      <a:hlink>
        <a:srgbClr val="273A4F"/>
      </a:hlink>
      <a:folHlink>
        <a:srgbClr val="FFC32B"/>
      </a:folHlink>
    </a:clrScheme>
    <a:fontScheme name="vnqhzbk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/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a:spPr>
      <a:bodyPr anchor="ctr"/>
      <a:lstStyle>
        <a:defPPr algn="ctr">
          <a:defRPr>
            <a:latin typeface="Arial" panose="020B0604020202020204" pitchFamily="34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0008">
    <a:dk1>
      <a:srgbClr val="000000"/>
    </a:dk1>
    <a:lt1>
      <a:srgbClr val="FFFFFF"/>
    </a:lt1>
    <a:dk2>
      <a:srgbClr val="3F3F3F"/>
    </a:dk2>
    <a:lt2>
      <a:srgbClr val="E7E6E6"/>
    </a:lt2>
    <a:accent1>
      <a:srgbClr val="273A4F"/>
    </a:accent1>
    <a:accent2>
      <a:srgbClr val="FFC32B"/>
    </a:accent2>
    <a:accent3>
      <a:srgbClr val="273A4F"/>
    </a:accent3>
    <a:accent4>
      <a:srgbClr val="FFC32B"/>
    </a:accent4>
    <a:accent5>
      <a:srgbClr val="273A4F"/>
    </a:accent5>
    <a:accent6>
      <a:srgbClr val="FFC32B"/>
    </a:accent6>
    <a:hlink>
      <a:srgbClr val="273A4F"/>
    </a:hlink>
    <a:folHlink>
      <a:srgbClr val="FFC32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604</Words>
  <Application>Microsoft Office PowerPoint</Application>
  <PresentationFormat>寬螢幕</PresentationFormat>
  <Paragraphs>97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等线</vt:lpstr>
      <vt:lpstr>微软雅黑</vt:lpstr>
      <vt:lpstr>微軟正黑體</vt:lpstr>
      <vt:lpstr>Arial</vt:lpstr>
      <vt:lpstr>Office 主题​​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李俊彥</dc:title>
  <dc:creator>李俊彥</dc:creator>
  <dc:description>http://www.ypppt.com/</dc:description>
  <cp:lastModifiedBy>Jimmy</cp:lastModifiedBy>
  <cp:revision>55</cp:revision>
  <dcterms:created xsi:type="dcterms:W3CDTF">2017-09-08T02:47:25Z</dcterms:created>
  <dcterms:modified xsi:type="dcterms:W3CDTF">2025-12-03T03:07:49Z</dcterms:modified>
</cp:coreProperties>
</file>